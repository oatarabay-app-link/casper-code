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1206400" cy="51206400"/>
  <p:notesSz cx="6858000" cy="9144000"/>
  <p:defaultTextStyle>
    <a:defPPr>
      <a:defRPr lang="en-US"/>
    </a:defPPr>
    <a:lvl1pPr marL="0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1pPr>
    <a:lvl2pPr marL="1742206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2pPr>
    <a:lvl3pPr marL="3484413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3pPr>
    <a:lvl4pPr marL="5226619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4pPr>
    <a:lvl5pPr marL="6968825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5pPr>
    <a:lvl6pPr marL="8711032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6pPr>
    <a:lvl7pPr marL="10453238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7pPr>
    <a:lvl8pPr marL="12195444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8pPr>
    <a:lvl9pPr marL="13937651" algn="l" defTabSz="3484413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F0F"/>
    <a:srgbClr val="0070C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90" autoAdjust="0"/>
  </p:normalViewPr>
  <p:slideViewPr>
    <p:cSldViewPr>
      <p:cViewPr>
        <p:scale>
          <a:sx n="40" d="100"/>
          <a:sy n="40" d="100"/>
        </p:scale>
        <p:origin x="1380" y="6024"/>
      </p:cViewPr>
      <p:guideLst>
        <p:guide orient="horz" pos="16128"/>
        <p:guide pos="161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2" y="15907178"/>
            <a:ext cx="43525442" cy="109761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80963" y="29016960"/>
            <a:ext cx="35844479" cy="13086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42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84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2266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9688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7110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453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19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937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950" y="32904857"/>
            <a:ext cx="43525442" cy="10170160"/>
          </a:xfrm>
        </p:spPr>
        <p:txBody>
          <a:bodyPr anchor="t"/>
          <a:lstStyle>
            <a:lvl1pPr algn="l">
              <a:defRPr sz="15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50" y="21703461"/>
            <a:ext cx="43525442" cy="11201396"/>
          </a:xfrm>
        </p:spPr>
        <p:txBody>
          <a:bodyPr anchor="b"/>
          <a:lstStyle>
            <a:lvl1pPr marL="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1pPr>
            <a:lvl2pPr marL="1742206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2pPr>
            <a:lvl3pPr marL="3484413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5226619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4pPr>
            <a:lvl5pPr marL="6968825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5pPr>
            <a:lvl6pPr marL="8711032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6pPr>
            <a:lvl7pPr marL="10453238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7pPr>
            <a:lvl8pPr marL="12195444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8pPr>
            <a:lvl9pPr marL="13937651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38118" y="89208187"/>
            <a:ext cx="24189693" cy="252333760"/>
          </a:xfrm>
        </p:spPr>
        <p:txBody>
          <a:bodyPr/>
          <a:lstStyle>
            <a:lvl1pPr>
              <a:defRPr sz="10700"/>
            </a:lvl1pPr>
            <a:lvl2pPr>
              <a:defRPr sz="9100"/>
            </a:lvl2pPr>
            <a:lvl3pPr>
              <a:defRPr sz="76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81255" y="89208187"/>
            <a:ext cx="24198581" cy="252333760"/>
          </a:xfrm>
        </p:spPr>
        <p:txBody>
          <a:bodyPr/>
          <a:lstStyle>
            <a:lvl1pPr>
              <a:defRPr sz="10700"/>
            </a:lvl1pPr>
            <a:lvl2pPr>
              <a:defRPr sz="9100"/>
            </a:lvl2pPr>
            <a:lvl3pPr>
              <a:defRPr sz="76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2" y="2050630"/>
            <a:ext cx="46085762" cy="8534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19" y="11462177"/>
            <a:ext cx="22625054" cy="4776890"/>
          </a:xfrm>
        </p:spPr>
        <p:txBody>
          <a:bodyPr anchor="b"/>
          <a:lstStyle>
            <a:lvl1pPr marL="0" indent="0">
              <a:buNone/>
              <a:defRPr sz="9100" b="1"/>
            </a:lvl1pPr>
            <a:lvl2pPr marL="1742206" indent="0">
              <a:buNone/>
              <a:defRPr sz="7600" b="1"/>
            </a:lvl2pPr>
            <a:lvl3pPr marL="3484413" indent="0">
              <a:buNone/>
              <a:defRPr sz="6900" b="1"/>
            </a:lvl3pPr>
            <a:lvl4pPr marL="5226619" indent="0">
              <a:buNone/>
              <a:defRPr sz="6100" b="1"/>
            </a:lvl4pPr>
            <a:lvl5pPr marL="6968825" indent="0">
              <a:buNone/>
              <a:defRPr sz="6100" b="1"/>
            </a:lvl5pPr>
            <a:lvl6pPr marL="8711032" indent="0">
              <a:buNone/>
              <a:defRPr sz="6100" b="1"/>
            </a:lvl6pPr>
            <a:lvl7pPr marL="10453238" indent="0">
              <a:buNone/>
              <a:defRPr sz="6100" b="1"/>
            </a:lvl7pPr>
            <a:lvl8pPr marL="12195444" indent="0">
              <a:buNone/>
              <a:defRPr sz="6100" b="1"/>
            </a:lvl8pPr>
            <a:lvl9pPr marL="13937651" indent="0">
              <a:buNone/>
              <a:defRPr sz="6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19" y="16239067"/>
            <a:ext cx="22625054" cy="29502950"/>
          </a:xfrm>
        </p:spPr>
        <p:txBody>
          <a:bodyPr/>
          <a:lstStyle>
            <a:lvl1pPr>
              <a:defRPr sz="9100"/>
            </a:lvl1pPr>
            <a:lvl2pPr>
              <a:defRPr sz="76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12144" y="11462177"/>
            <a:ext cx="22633942" cy="4776890"/>
          </a:xfrm>
        </p:spPr>
        <p:txBody>
          <a:bodyPr anchor="b"/>
          <a:lstStyle>
            <a:lvl1pPr marL="0" indent="0">
              <a:buNone/>
              <a:defRPr sz="9100" b="1"/>
            </a:lvl1pPr>
            <a:lvl2pPr marL="1742206" indent="0">
              <a:buNone/>
              <a:defRPr sz="7600" b="1"/>
            </a:lvl2pPr>
            <a:lvl3pPr marL="3484413" indent="0">
              <a:buNone/>
              <a:defRPr sz="6900" b="1"/>
            </a:lvl3pPr>
            <a:lvl4pPr marL="5226619" indent="0">
              <a:buNone/>
              <a:defRPr sz="6100" b="1"/>
            </a:lvl4pPr>
            <a:lvl5pPr marL="6968825" indent="0">
              <a:buNone/>
              <a:defRPr sz="6100" b="1"/>
            </a:lvl5pPr>
            <a:lvl6pPr marL="8711032" indent="0">
              <a:buNone/>
              <a:defRPr sz="6100" b="1"/>
            </a:lvl6pPr>
            <a:lvl7pPr marL="10453238" indent="0">
              <a:buNone/>
              <a:defRPr sz="6100" b="1"/>
            </a:lvl7pPr>
            <a:lvl8pPr marL="12195444" indent="0">
              <a:buNone/>
              <a:defRPr sz="6100" b="1"/>
            </a:lvl8pPr>
            <a:lvl9pPr marL="13937651" indent="0">
              <a:buNone/>
              <a:defRPr sz="6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12144" y="16239067"/>
            <a:ext cx="22633942" cy="29502950"/>
          </a:xfrm>
        </p:spPr>
        <p:txBody>
          <a:bodyPr/>
          <a:lstStyle>
            <a:lvl1pPr>
              <a:defRPr sz="9100"/>
            </a:lvl1pPr>
            <a:lvl2pPr>
              <a:defRPr sz="76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4" y="2038773"/>
            <a:ext cx="16846551" cy="8676640"/>
          </a:xfrm>
        </p:spPr>
        <p:txBody>
          <a:bodyPr anchor="b"/>
          <a:lstStyle>
            <a:lvl1pPr algn="l">
              <a:defRPr sz="7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0279" y="2038777"/>
            <a:ext cx="28625802" cy="43703244"/>
          </a:xfrm>
        </p:spPr>
        <p:txBody>
          <a:bodyPr/>
          <a:lstStyle>
            <a:lvl1pPr>
              <a:defRPr sz="12200"/>
            </a:lvl1pPr>
            <a:lvl2pPr>
              <a:defRPr sz="10700"/>
            </a:lvl2pPr>
            <a:lvl3pPr>
              <a:defRPr sz="91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4" y="10715417"/>
            <a:ext cx="16846551" cy="35026604"/>
          </a:xfrm>
        </p:spPr>
        <p:txBody>
          <a:bodyPr/>
          <a:lstStyle>
            <a:lvl1pPr marL="0" indent="0">
              <a:buNone/>
              <a:defRPr sz="5300"/>
            </a:lvl1pPr>
            <a:lvl2pPr marL="1742206" indent="0">
              <a:buNone/>
              <a:defRPr sz="4600"/>
            </a:lvl2pPr>
            <a:lvl3pPr marL="3484413" indent="0">
              <a:buNone/>
              <a:defRPr sz="3800"/>
            </a:lvl3pPr>
            <a:lvl4pPr marL="5226619" indent="0">
              <a:buNone/>
              <a:defRPr sz="3400"/>
            </a:lvl4pPr>
            <a:lvl5pPr marL="6968825" indent="0">
              <a:buNone/>
              <a:defRPr sz="3400"/>
            </a:lvl5pPr>
            <a:lvl6pPr marL="8711032" indent="0">
              <a:buNone/>
              <a:defRPr sz="3400"/>
            </a:lvl6pPr>
            <a:lvl7pPr marL="10453238" indent="0">
              <a:buNone/>
              <a:defRPr sz="3400"/>
            </a:lvl7pPr>
            <a:lvl8pPr marL="12195444" indent="0">
              <a:buNone/>
              <a:defRPr sz="3400"/>
            </a:lvl8pPr>
            <a:lvl9pPr marL="13937651" indent="0">
              <a:buNone/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6814" y="35844480"/>
            <a:ext cx="30723841" cy="4231644"/>
          </a:xfrm>
        </p:spPr>
        <p:txBody>
          <a:bodyPr anchor="b"/>
          <a:lstStyle>
            <a:lvl1pPr algn="l">
              <a:defRPr sz="7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36814" y="4575387"/>
            <a:ext cx="30723841" cy="30723840"/>
          </a:xfrm>
        </p:spPr>
        <p:txBody>
          <a:bodyPr/>
          <a:lstStyle>
            <a:lvl1pPr marL="0" indent="0">
              <a:buNone/>
              <a:defRPr sz="12200"/>
            </a:lvl1pPr>
            <a:lvl2pPr marL="1742206" indent="0">
              <a:buNone/>
              <a:defRPr sz="10700"/>
            </a:lvl2pPr>
            <a:lvl3pPr marL="3484413" indent="0">
              <a:buNone/>
              <a:defRPr sz="9100"/>
            </a:lvl3pPr>
            <a:lvl4pPr marL="5226619" indent="0">
              <a:buNone/>
              <a:defRPr sz="7600"/>
            </a:lvl4pPr>
            <a:lvl5pPr marL="6968825" indent="0">
              <a:buNone/>
              <a:defRPr sz="7600"/>
            </a:lvl5pPr>
            <a:lvl6pPr marL="8711032" indent="0">
              <a:buNone/>
              <a:defRPr sz="7600"/>
            </a:lvl6pPr>
            <a:lvl7pPr marL="10453238" indent="0">
              <a:buNone/>
              <a:defRPr sz="7600"/>
            </a:lvl7pPr>
            <a:lvl8pPr marL="12195444" indent="0">
              <a:buNone/>
              <a:defRPr sz="7600"/>
            </a:lvl8pPr>
            <a:lvl9pPr marL="13937651" indent="0">
              <a:buNone/>
              <a:defRPr sz="7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36814" y="40076124"/>
            <a:ext cx="30723841" cy="6009636"/>
          </a:xfrm>
        </p:spPr>
        <p:txBody>
          <a:bodyPr/>
          <a:lstStyle>
            <a:lvl1pPr marL="0" indent="0">
              <a:buNone/>
              <a:defRPr sz="5300"/>
            </a:lvl1pPr>
            <a:lvl2pPr marL="1742206" indent="0">
              <a:buNone/>
              <a:defRPr sz="4600"/>
            </a:lvl2pPr>
            <a:lvl3pPr marL="3484413" indent="0">
              <a:buNone/>
              <a:defRPr sz="3800"/>
            </a:lvl3pPr>
            <a:lvl4pPr marL="5226619" indent="0">
              <a:buNone/>
              <a:defRPr sz="3400"/>
            </a:lvl4pPr>
            <a:lvl5pPr marL="6968825" indent="0">
              <a:buNone/>
              <a:defRPr sz="3400"/>
            </a:lvl5pPr>
            <a:lvl6pPr marL="8711032" indent="0">
              <a:buNone/>
              <a:defRPr sz="3400"/>
            </a:lvl6pPr>
            <a:lvl7pPr marL="10453238" indent="0">
              <a:buNone/>
              <a:defRPr sz="3400"/>
            </a:lvl7pPr>
            <a:lvl8pPr marL="12195444" indent="0">
              <a:buNone/>
              <a:defRPr sz="3400"/>
            </a:lvl8pPr>
            <a:lvl9pPr marL="13937651" indent="0">
              <a:buNone/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676076" y="15314510"/>
            <a:ext cx="12303758" cy="32622744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38123" y="15314510"/>
            <a:ext cx="36084510" cy="3262274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0322" y="2050630"/>
            <a:ext cx="46085762" cy="8534400"/>
          </a:xfrm>
          <a:prstGeom prst="rect">
            <a:avLst/>
          </a:prstGeom>
        </p:spPr>
        <p:txBody>
          <a:bodyPr vert="horz" lIns="348441" tIns="174221" rIns="348441" bIns="17422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2" y="11948165"/>
            <a:ext cx="46085762" cy="33793857"/>
          </a:xfrm>
          <a:prstGeom prst="rect">
            <a:avLst/>
          </a:prstGeom>
        </p:spPr>
        <p:txBody>
          <a:bodyPr vert="horz" lIns="348441" tIns="174221" rIns="348441" bIns="17422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2" y="47460751"/>
            <a:ext cx="11948162" cy="2726267"/>
          </a:xfrm>
          <a:prstGeom prst="rect">
            <a:avLst/>
          </a:prstGeom>
        </p:spPr>
        <p:txBody>
          <a:bodyPr vert="horz" lIns="348441" tIns="174221" rIns="348441" bIns="174221" rtlCol="0" anchor="ctr"/>
          <a:lstStyle>
            <a:lvl1pPr algn="l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68444-5E6C-4BCD-8099-E8DAC678F347}" type="datetimeFigureOut">
              <a:rPr lang="en-US" smtClean="0"/>
              <a:pPr/>
              <a:t>4/24/2017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95523" y="47460751"/>
            <a:ext cx="16215360" cy="2726267"/>
          </a:xfrm>
          <a:prstGeom prst="rect">
            <a:avLst/>
          </a:prstGeom>
        </p:spPr>
        <p:txBody>
          <a:bodyPr vert="horz" lIns="348441" tIns="174221" rIns="348441" bIns="174221" rtlCol="0" anchor="ctr"/>
          <a:lstStyle>
            <a:lvl1pPr algn="ct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97922" y="47460751"/>
            <a:ext cx="11948162" cy="2726267"/>
          </a:xfrm>
          <a:prstGeom prst="rect">
            <a:avLst/>
          </a:prstGeom>
        </p:spPr>
        <p:txBody>
          <a:bodyPr vert="horz" lIns="348441" tIns="174221" rIns="348441" bIns="174221" rtlCol="0" anchor="ctr"/>
          <a:lstStyle>
            <a:lvl1pPr algn="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15E9B-BE86-47DE-BB1F-774FD85A4F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84413" rtl="0" eaLnBrk="1" latinLnBrk="0" hangingPunct="1">
        <a:spcBef>
          <a:spcPct val="0"/>
        </a:spcBef>
        <a:buNone/>
        <a:defRPr sz="1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06655" indent="-1306655" algn="l" defTabSz="3484413" rtl="0" eaLnBrk="1" latinLnBrk="0" hangingPunct="1">
        <a:spcBef>
          <a:spcPct val="20000"/>
        </a:spcBef>
        <a:buFont typeface="Arial" pitchFamily="34" charset="0"/>
        <a:buChar char="•"/>
        <a:defRPr sz="1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31085" indent="-1088879" algn="l" defTabSz="3484413" rtl="0" eaLnBrk="1" latinLnBrk="0" hangingPunct="1">
        <a:spcBef>
          <a:spcPct val="20000"/>
        </a:spcBef>
        <a:buFont typeface="Arial" pitchFamily="34" charset="0"/>
        <a:buChar char="–"/>
        <a:defRPr sz="10700" kern="1200">
          <a:solidFill>
            <a:schemeClr val="tx1"/>
          </a:solidFill>
          <a:latin typeface="+mn-lt"/>
          <a:ea typeface="+mn-ea"/>
          <a:cs typeface="+mn-cs"/>
        </a:defRPr>
      </a:lvl2pPr>
      <a:lvl3pPr marL="4355516" indent="-871103" algn="l" defTabSz="3484413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3pPr>
      <a:lvl4pPr marL="6097722" indent="-871103" algn="l" defTabSz="3484413" rtl="0" eaLnBrk="1" latinLnBrk="0" hangingPunct="1">
        <a:spcBef>
          <a:spcPct val="20000"/>
        </a:spcBef>
        <a:buFont typeface="Arial" pitchFamily="34" charset="0"/>
        <a:buChar char="–"/>
        <a:defRPr sz="7600" kern="1200">
          <a:solidFill>
            <a:schemeClr val="tx1"/>
          </a:solidFill>
          <a:latin typeface="+mn-lt"/>
          <a:ea typeface="+mn-ea"/>
          <a:cs typeface="+mn-cs"/>
        </a:defRPr>
      </a:lvl4pPr>
      <a:lvl5pPr marL="7839928" indent="-871103" algn="l" defTabSz="3484413" rtl="0" eaLnBrk="1" latinLnBrk="0" hangingPunct="1">
        <a:spcBef>
          <a:spcPct val="20000"/>
        </a:spcBef>
        <a:buFont typeface="Arial" pitchFamily="34" charset="0"/>
        <a:buChar char="»"/>
        <a:defRPr sz="7600" kern="1200">
          <a:solidFill>
            <a:schemeClr val="tx1"/>
          </a:solidFill>
          <a:latin typeface="+mn-lt"/>
          <a:ea typeface="+mn-ea"/>
          <a:cs typeface="+mn-cs"/>
        </a:defRPr>
      </a:lvl5pPr>
      <a:lvl6pPr marL="9582135" indent="-871103" algn="l" defTabSz="3484413" rtl="0" eaLnBrk="1" latinLnBrk="0" hangingPunct="1">
        <a:spcBef>
          <a:spcPct val="20000"/>
        </a:spcBef>
        <a:buFont typeface="Arial" pitchFamily="34" charset="0"/>
        <a:buChar char="•"/>
        <a:defRPr sz="7600" kern="1200">
          <a:solidFill>
            <a:schemeClr val="tx1"/>
          </a:solidFill>
          <a:latin typeface="+mn-lt"/>
          <a:ea typeface="+mn-ea"/>
          <a:cs typeface="+mn-cs"/>
        </a:defRPr>
      </a:lvl6pPr>
      <a:lvl7pPr marL="11324341" indent="-871103" algn="l" defTabSz="3484413" rtl="0" eaLnBrk="1" latinLnBrk="0" hangingPunct="1">
        <a:spcBef>
          <a:spcPct val="20000"/>
        </a:spcBef>
        <a:buFont typeface="Arial" pitchFamily="34" charset="0"/>
        <a:buChar char="•"/>
        <a:defRPr sz="7600" kern="1200">
          <a:solidFill>
            <a:schemeClr val="tx1"/>
          </a:solidFill>
          <a:latin typeface="+mn-lt"/>
          <a:ea typeface="+mn-ea"/>
          <a:cs typeface="+mn-cs"/>
        </a:defRPr>
      </a:lvl7pPr>
      <a:lvl8pPr marL="13066547" indent="-871103" algn="l" defTabSz="3484413" rtl="0" eaLnBrk="1" latinLnBrk="0" hangingPunct="1">
        <a:spcBef>
          <a:spcPct val="20000"/>
        </a:spcBef>
        <a:buFont typeface="Arial" pitchFamily="34" charset="0"/>
        <a:buChar char="•"/>
        <a:defRPr sz="7600" kern="1200">
          <a:solidFill>
            <a:schemeClr val="tx1"/>
          </a:solidFill>
          <a:latin typeface="+mn-lt"/>
          <a:ea typeface="+mn-ea"/>
          <a:cs typeface="+mn-cs"/>
        </a:defRPr>
      </a:lvl8pPr>
      <a:lvl9pPr marL="14808754" indent="-871103" algn="l" defTabSz="3484413" rtl="0" eaLnBrk="1" latinLnBrk="0" hangingPunct="1">
        <a:spcBef>
          <a:spcPct val="20000"/>
        </a:spcBef>
        <a:buFont typeface="Arial" pitchFamily="34" charset="0"/>
        <a:buChar char="•"/>
        <a:defRPr sz="7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742206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2pPr>
      <a:lvl3pPr marL="3484413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3pPr>
      <a:lvl4pPr marL="5226619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6968825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711032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453238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2195444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937651" algn="l" defTabSz="3484413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Straight Arrow Connector 91"/>
          <p:cNvCxnSpPr>
            <a:endCxn id="99" idx="1"/>
          </p:cNvCxnSpPr>
          <p:nvPr/>
        </p:nvCxnSpPr>
        <p:spPr>
          <a:xfrm flipV="1">
            <a:off x="762000" y="9220201"/>
            <a:ext cx="914400" cy="0"/>
          </a:xfrm>
          <a:prstGeom prst="straightConnector1">
            <a:avLst/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5410200" y="8534398"/>
            <a:ext cx="1565564" cy="1324706"/>
            <a:chOff x="3047999" y="1905000"/>
            <a:chExt cx="1080655" cy="914400"/>
          </a:xfrm>
        </p:grpSpPr>
        <p:sp>
          <p:nvSpPr>
            <p:cNvPr id="97" name="Diamond 96"/>
            <p:cNvSpPr/>
            <p:nvPr/>
          </p:nvSpPr>
          <p:spPr>
            <a:xfrm>
              <a:off x="3047999" y="1905000"/>
              <a:ext cx="1080655" cy="9144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100597" y="2172965"/>
              <a:ext cx="946769" cy="573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Is logged</a:t>
              </a:r>
            </a:p>
            <a:p>
              <a:pPr algn="ctr"/>
              <a:r>
                <a:rPr lang="en-US" sz="2400" b="1" dirty="0" smtClean="0">
                  <a:solidFill>
                    <a:schemeClr val="bg1"/>
                  </a:solidFill>
                </a:rPr>
                <a:t> in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6553201"/>
            <a:ext cx="3178049" cy="53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0" name="TextBox 99"/>
          <p:cNvSpPr txBox="1"/>
          <p:nvPr/>
        </p:nvSpPr>
        <p:spPr>
          <a:xfrm>
            <a:off x="2447242" y="5892225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Loading</a:t>
            </a:r>
          </a:p>
        </p:txBody>
      </p:sp>
      <p:cxnSp>
        <p:nvCxnSpPr>
          <p:cNvPr id="101" name="Straight Arrow Connector 100"/>
          <p:cNvCxnSpPr>
            <a:stCxn id="99" idx="3"/>
            <a:endCxn id="97" idx="1"/>
          </p:cNvCxnSpPr>
          <p:nvPr/>
        </p:nvCxnSpPr>
        <p:spPr>
          <a:xfrm flipV="1">
            <a:off x="4854449" y="9196754"/>
            <a:ext cx="555751" cy="0"/>
          </a:xfrm>
          <a:prstGeom prst="straightConnector1">
            <a:avLst/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/>
          <p:cNvGrpSpPr/>
          <p:nvPr/>
        </p:nvGrpSpPr>
        <p:grpSpPr>
          <a:xfrm>
            <a:off x="14706600" y="457200"/>
            <a:ext cx="3407580" cy="6400800"/>
            <a:chOff x="16535400" y="2971800"/>
            <a:chExt cx="3407580" cy="6400800"/>
          </a:xfrm>
        </p:grpSpPr>
        <p:pic>
          <p:nvPicPr>
            <p:cNvPr id="103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535400" y="3657600"/>
              <a:ext cx="3407580" cy="571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4" name="TextBox 103"/>
            <p:cNvSpPr txBox="1"/>
            <p:nvPr/>
          </p:nvSpPr>
          <p:spPr>
            <a:xfrm>
              <a:off x="17558657" y="2971800"/>
              <a:ext cx="118654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smtClean="0"/>
                <a:t>Log in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8229600" y="6477000"/>
            <a:ext cx="1440873" cy="1219200"/>
            <a:chOff x="2819399" y="1752600"/>
            <a:chExt cx="1440873" cy="1219200"/>
          </a:xfrm>
        </p:grpSpPr>
        <p:sp>
          <p:nvSpPr>
            <p:cNvPr id="109" name="Diamond 108"/>
            <p:cNvSpPr/>
            <p:nvPr/>
          </p:nvSpPr>
          <p:spPr>
            <a:xfrm>
              <a:off x="2819399" y="1752600"/>
              <a:ext cx="1440873" cy="12192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971799" y="2057400"/>
              <a:ext cx="11605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 smtClean="0">
                  <a:solidFill>
                    <a:schemeClr val="bg1"/>
                  </a:solidFill>
                </a:rPr>
                <a:t>First Time</a:t>
              </a:r>
            </a:p>
            <a:p>
              <a:pPr algn="ctr"/>
              <a:r>
                <a:rPr lang="en-US" sz="1800" b="1" dirty="0" smtClean="0">
                  <a:solidFill>
                    <a:schemeClr val="bg1"/>
                  </a:solidFill>
                </a:rPr>
                <a:t>Installed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5562600" y="7543800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NO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67800" y="5181600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NO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67800" y="8763000"/>
            <a:ext cx="63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YES</a:t>
            </a:r>
          </a:p>
        </p:txBody>
      </p:sp>
      <p:sp>
        <p:nvSpPr>
          <p:cNvPr id="123" name="Oval 122"/>
          <p:cNvSpPr/>
          <p:nvPr/>
        </p:nvSpPr>
        <p:spPr>
          <a:xfrm>
            <a:off x="16840200" y="5334000"/>
            <a:ext cx="454741" cy="381000"/>
          </a:xfrm>
          <a:prstGeom prst="ellipse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44910" y="1143000"/>
            <a:ext cx="3469004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2" name="Oval 131"/>
          <p:cNvSpPr/>
          <p:nvPr/>
        </p:nvSpPr>
        <p:spPr>
          <a:xfrm>
            <a:off x="16535400" y="4876800"/>
            <a:ext cx="1143000" cy="228600"/>
          </a:xfrm>
          <a:prstGeom prst="ellipse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7" name="Elbow Connector 136"/>
          <p:cNvCxnSpPr>
            <a:stCxn id="132" idx="6"/>
          </p:cNvCxnSpPr>
          <p:nvPr/>
        </p:nvCxnSpPr>
        <p:spPr>
          <a:xfrm flipV="1">
            <a:off x="17678400" y="3124200"/>
            <a:ext cx="5181600" cy="1866900"/>
          </a:xfrm>
          <a:prstGeom prst="bentConnector3">
            <a:avLst>
              <a:gd name="adj1" fmla="val 29044"/>
            </a:avLst>
          </a:prstGeom>
          <a:ln w="38100">
            <a:solidFill>
              <a:srgbClr val="FF0F0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24003000" y="4953000"/>
            <a:ext cx="1143000" cy="304800"/>
          </a:xfrm>
          <a:prstGeom prst="ellipse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Elbow Connector 138"/>
          <p:cNvCxnSpPr>
            <a:stCxn id="138" idx="2"/>
            <a:endCxn id="103" idx="3"/>
          </p:cNvCxnSpPr>
          <p:nvPr/>
        </p:nvCxnSpPr>
        <p:spPr>
          <a:xfrm rot="10800000">
            <a:off x="18114180" y="4000500"/>
            <a:ext cx="5888820" cy="1104900"/>
          </a:xfrm>
          <a:prstGeom prst="bentConnector3">
            <a:avLst>
              <a:gd name="adj1" fmla="val 70839"/>
            </a:avLst>
          </a:prstGeom>
          <a:ln w="38100">
            <a:solidFill>
              <a:srgbClr val="FF0F0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 flipH="1">
            <a:off x="26593800" y="3886200"/>
            <a:ext cx="342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000" b="1" dirty="0" smtClean="0"/>
              <a:t> Call Reset Password API</a:t>
            </a:r>
          </a:p>
          <a:p>
            <a:pPr>
              <a:buFontTx/>
              <a:buChar char="-"/>
            </a:pPr>
            <a:r>
              <a:rPr lang="en-US" sz="2000" b="1" dirty="0" smtClean="0"/>
              <a:t> Update UI with result</a:t>
            </a:r>
          </a:p>
          <a:p>
            <a:pPr>
              <a:buFontTx/>
              <a:buChar char="-"/>
            </a:pPr>
            <a:endParaRPr lang="en-US" sz="2000" b="1" dirty="0" smtClean="0"/>
          </a:p>
        </p:txBody>
      </p:sp>
      <p:sp>
        <p:nvSpPr>
          <p:cNvPr id="180" name="TextBox 179"/>
          <p:cNvSpPr txBox="1"/>
          <p:nvPr/>
        </p:nvSpPr>
        <p:spPr>
          <a:xfrm flipH="1">
            <a:off x="18745200" y="11709737"/>
            <a:ext cx="34357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000" b="1" dirty="0" smtClean="0"/>
              <a:t> Call registration API</a:t>
            </a:r>
          </a:p>
          <a:p>
            <a:pPr>
              <a:buFontTx/>
              <a:buChar char="-"/>
            </a:pPr>
            <a:r>
              <a:rPr lang="en-US" sz="2000" b="1" dirty="0" smtClean="0"/>
              <a:t> Update UI with result</a:t>
            </a:r>
          </a:p>
          <a:p>
            <a:pPr>
              <a:buFontTx/>
              <a:buChar char="-"/>
            </a:pPr>
            <a:endParaRPr lang="en-US" sz="2000" b="1" dirty="0" smtClean="0"/>
          </a:p>
        </p:txBody>
      </p:sp>
      <p:grpSp>
        <p:nvGrpSpPr>
          <p:cNvPr id="207" name="Group 206"/>
          <p:cNvGrpSpPr/>
          <p:nvPr/>
        </p:nvGrpSpPr>
        <p:grpSpPr>
          <a:xfrm>
            <a:off x="11049000" y="13487400"/>
            <a:ext cx="1440873" cy="1219200"/>
            <a:chOff x="2819399" y="1752600"/>
            <a:chExt cx="1440873" cy="1219200"/>
          </a:xfrm>
        </p:grpSpPr>
        <p:sp>
          <p:nvSpPr>
            <p:cNvPr id="208" name="Diamond 207"/>
            <p:cNvSpPr/>
            <p:nvPr/>
          </p:nvSpPr>
          <p:spPr>
            <a:xfrm>
              <a:off x="2819399" y="1752600"/>
              <a:ext cx="1440873" cy="12192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2971799" y="2082225"/>
              <a:ext cx="11605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 smtClean="0">
                  <a:solidFill>
                    <a:schemeClr val="bg1"/>
                  </a:solidFill>
                </a:rPr>
                <a:t>First Time</a:t>
              </a:r>
            </a:p>
            <a:p>
              <a:pPr algn="ctr"/>
              <a:r>
                <a:rPr lang="en-US" sz="1800" b="1" dirty="0" smtClean="0">
                  <a:solidFill>
                    <a:schemeClr val="bg1"/>
                  </a:solidFill>
                </a:rPr>
                <a:t>Installed</a:t>
              </a:r>
              <a:endParaRPr lang="en-US" sz="1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22" name="Rectangle 221"/>
          <p:cNvSpPr/>
          <p:nvPr/>
        </p:nvSpPr>
        <p:spPr>
          <a:xfrm>
            <a:off x="2057400" y="25298400"/>
            <a:ext cx="3182112" cy="5867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View Pager</a:t>
            </a:r>
            <a:endParaRPr lang="en-US" sz="5400" dirty="0"/>
          </a:p>
        </p:txBody>
      </p:sp>
      <p:sp>
        <p:nvSpPr>
          <p:cNvPr id="223" name="TextBox 222"/>
          <p:cNvSpPr txBox="1"/>
          <p:nvPr/>
        </p:nvSpPr>
        <p:spPr>
          <a:xfrm>
            <a:off x="22996074" y="533400"/>
            <a:ext cx="2988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Forgot</a:t>
            </a:r>
            <a:r>
              <a:rPr lang="en-US" sz="2800" dirty="0" smtClean="0"/>
              <a:t> </a:t>
            </a:r>
            <a:r>
              <a:rPr lang="en-US" sz="3200" b="1" dirty="0" smtClean="0"/>
              <a:t>Password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246707" y="24637425"/>
            <a:ext cx="2782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Getting Started</a:t>
            </a:r>
          </a:p>
        </p:txBody>
      </p:sp>
      <p:pic>
        <p:nvPicPr>
          <p:cNvPr id="22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200" y="32537400"/>
            <a:ext cx="3792922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7" name="TextBox 226"/>
          <p:cNvSpPr txBox="1"/>
          <p:nvPr/>
        </p:nvSpPr>
        <p:spPr>
          <a:xfrm>
            <a:off x="1676400" y="35135403"/>
            <a:ext cx="28242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 smtClean="0"/>
              <a:t>ViewPager</a:t>
            </a:r>
            <a:endParaRPr lang="en-US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93369" y="40034509"/>
            <a:ext cx="3848424" cy="6332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486400" y="40005000"/>
            <a:ext cx="3893881" cy="639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753600" y="40005000"/>
            <a:ext cx="3871768" cy="6453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3868400" y="39985839"/>
            <a:ext cx="3886200" cy="6496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4" name="TextBox 243"/>
          <p:cNvSpPr txBox="1"/>
          <p:nvPr/>
        </p:nvSpPr>
        <p:spPr>
          <a:xfrm>
            <a:off x="1295400" y="39420225"/>
            <a:ext cx="1294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Page 1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486400" y="39420225"/>
            <a:ext cx="1294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Page 2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677400" y="39471600"/>
            <a:ext cx="1294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Page 3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3868400" y="39420225"/>
            <a:ext cx="1294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Page 4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219200" y="31775400"/>
            <a:ext cx="1294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Page 1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562600" y="32506204"/>
            <a:ext cx="3810000" cy="6355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8" name="TextBox 257"/>
          <p:cNvSpPr txBox="1"/>
          <p:nvPr/>
        </p:nvSpPr>
        <p:spPr>
          <a:xfrm>
            <a:off x="5562600" y="31851600"/>
            <a:ext cx="1294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Page 2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392400" y="25527000"/>
            <a:ext cx="3182112" cy="5867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Drawer Layout</a:t>
            </a:r>
            <a:endParaRPr lang="en-US" sz="5400" dirty="0"/>
          </a:p>
        </p:txBody>
      </p:sp>
      <p:grpSp>
        <p:nvGrpSpPr>
          <p:cNvPr id="391" name="Group 390"/>
          <p:cNvGrpSpPr/>
          <p:nvPr/>
        </p:nvGrpSpPr>
        <p:grpSpPr>
          <a:xfrm>
            <a:off x="9372600" y="28460700"/>
            <a:ext cx="6019800" cy="7223402"/>
            <a:chOff x="9372600" y="19240500"/>
            <a:chExt cx="6019800" cy="7223402"/>
          </a:xfrm>
        </p:grpSpPr>
        <p:cxnSp>
          <p:nvCxnSpPr>
            <p:cNvPr id="271" name="Elbow Connector 270"/>
            <p:cNvCxnSpPr>
              <a:stCxn id="1035" idx="3"/>
              <a:endCxn id="259" idx="1"/>
            </p:cNvCxnSpPr>
            <p:nvPr/>
          </p:nvCxnSpPr>
          <p:spPr>
            <a:xfrm flipV="1">
              <a:off x="9372600" y="19240500"/>
              <a:ext cx="6019800" cy="7223402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F0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Rectangle 263"/>
            <p:cNvSpPr/>
            <p:nvPr/>
          </p:nvSpPr>
          <p:spPr>
            <a:xfrm>
              <a:off x="11201400" y="22402800"/>
              <a:ext cx="22860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On Finish</a:t>
              </a:r>
              <a:endParaRPr lang="en-US" sz="4000" dirty="0"/>
            </a:p>
          </p:txBody>
        </p:sp>
      </p:grpSp>
      <p:cxnSp>
        <p:nvCxnSpPr>
          <p:cNvPr id="280" name="Elbow Connector 279"/>
          <p:cNvCxnSpPr>
            <a:stCxn id="259" idx="3"/>
            <a:endCxn id="1036" idx="1"/>
          </p:cNvCxnSpPr>
          <p:nvPr/>
        </p:nvCxnSpPr>
        <p:spPr>
          <a:xfrm flipV="1">
            <a:off x="18574512" y="23334663"/>
            <a:ext cx="4209288" cy="5126037"/>
          </a:xfrm>
          <a:prstGeom prst="bentConnector3">
            <a:avLst>
              <a:gd name="adj1" fmla="val 50000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Elbow Connector 283"/>
          <p:cNvCxnSpPr>
            <a:stCxn id="259" idx="3"/>
            <a:endCxn id="1050" idx="1"/>
          </p:cNvCxnSpPr>
          <p:nvPr/>
        </p:nvCxnSpPr>
        <p:spPr>
          <a:xfrm>
            <a:off x="18574512" y="28460700"/>
            <a:ext cx="4146618" cy="2929732"/>
          </a:xfrm>
          <a:prstGeom prst="bentConnector3">
            <a:avLst>
              <a:gd name="adj1" fmla="val 50580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Elbow Connector 297"/>
          <p:cNvCxnSpPr>
            <a:stCxn id="1036" idx="3"/>
            <a:endCxn id="1040" idx="1"/>
          </p:cNvCxnSpPr>
          <p:nvPr/>
        </p:nvCxnSpPr>
        <p:spPr>
          <a:xfrm flipV="1">
            <a:off x="26237646" y="14557157"/>
            <a:ext cx="6068187" cy="8777506"/>
          </a:xfrm>
          <a:prstGeom prst="bentConnector3">
            <a:avLst>
              <a:gd name="adj1" fmla="val 73793"/>
            </a:avLst>
          </a:prstGeom>
          <a:ln w="38100">
            <a:solidFill>
              <a:srgbClr val="FF0F0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2305833" y="18388533"/>
            <a:ext cx="3505200" cy="5818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2305833" y="25183882"/>
            <a:ext cx="3505200" cy="580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2305833" y="11633775"/>
            <a:ext cx="3508167" cy="584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05" name="Elbow Connector 304"/>
          <p:cNvCxnSpPr>
            <a:stCxn id="1036" idx="3"/>
            <a:endCxn id="1037" idx="1"/>
          </p:cNvCxnSpPr>
          <p:nvPr/>
        </p:nvCxnSpPr>
        <p:spPr>
          <a:xfrm>
            <a:off x="26237646" y="23334663"/>
            <a:ext cx="6068187" cy="11698047"/>
          </a:xfrm>
          <a:prstGeom prst="bentConnector3">
            <a:avLst>
              <a:gd name="adj1" fmla="val 73793"/>
            </a:avLst>
          </a:prstGeom>
          <a:ln w="38100">
            <a:solidFill>
              <a:srgbClr val="FF0F0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Elbow Connector 308"/>
          <p:cNvCxnSpPr>
            <a:stCxn id="1036" idx="3"/>
            <a:endCxn id="1038" idx="1"/>
          </p:cNvCxnSpPr>
          <p:nvPr/>
        </p:nvCxnSpPr>
        <p:spPr>
          <a:xfrm flipV="1">
            <a:off x="26237646" y="21297654"/>
            <a:ext cx="6068187" cy="2037009"/>
          </a:xfrm>
          <a:prstGeom prst="bentConnector3">
            <a:avLst>
              <a:gd name="adj1" fmla="val 73793"/>
            </a:avLst>
          </a:prstGeom>
          <a:ln w="38100">
            <a:solidFill>
              <a:srgbClr val="FF0F0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Elbow Connector 312"/>
          <p:cNvCxnSpPr>
            <a:stCxn id="1036" idx="3"/>
            <a:endCxn id="1039" idx="1"/>
          </p:cNvCxnSpPr>
          <p:nvPr/>
        </p:nvCxnSpPr>
        <p:spPr>
          <a:xfrm>
            <a:off x="26237646" y="23334663"/>
            <a:ext cx="6068187" cy="4751566"/>
          </a:xfrm>
          <a:prstGeom prst="bentConnector3">
            <a:avLst>
              <a:gd name="adj1" fmla="val 73793"/>
            </a:avLst>
          </a:prstGeom>
          <a:ln w="38100">
            <a:solidFill>
              <a:srgbClr val="FF0F0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Rectangle 321"/>
          <p:cNvSpPr/>
          <p:nvPr/>
        </p:nvSpPr>
        <p:spPr>
          <a:xfrm>
            <a:off x="32336313" y="11862375"/>
            <a:ext cx="3474720" cy="320040"/>
          </a:xfrm>
          <a:prstGeom prst="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3" name="Elbow Connector 322"/>
          <p:cNvCxnSpPr>
            <a:stCxn id="322" idx="3"/>
          </p:cNvCxnSpPr>
          <p:nvPr/>
        </p:nvCxnSpPr>
        <p:spPr>
          <a:xfrm flipH="1">
            <a:off x="35765425" y="12022395"/>
            <a:ext cx="45608" cy="23010315"/>
          </a:xfrm>
          <a:prstGeom prst="bentConnector3">
            <a:avLst>
              <a:gd name="adj1" fmla="val -2980989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Rectangle 327"/>
          <p:cNvSpPr/>
          <p:nvPr/>
        </p:nvSpPr>
        <p:spPr>
          <a:xfrm>
            <a:off x="32305833" y="14971335"/>
            <a:ext cx="3474720" cy="320040"/>
          </a:xfrm>
          <a:prstGeom prst="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9" name="Elbow Connector 328"/>
          <p:cNvCxnSpPr>
            <a:stCxn id="328" idx="3"/>
            <a:endCxn id="1038" idx="3"/>
          </p:cNvCxnSpPr>
          <p:nvPr/>
        </p:nvCxnSpPr>
        <p:spPr>
          <a:xfrm>
            <a:off x="35780553" y="15131355"/>
            <a:ext cx="30480" cy="6166299"/>
          </a:xfrm>
          <a:prstGeom prst="bentConnector3">
            <a:avLst>
              <a:gd name="adj1" fmla="val 2192104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ectangle 332"/>
          <p:cNvSpPr/>
          <p:nvPr/>
        </p:nvSpPr>
        <p:spPr>
          <a:xfrm>
            <a:off x="32305833" y="13005375"/>
            <a:ext cx="3474720" cy="320040"/>
          </a:xfrm>
          <a:prstGeom prst="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4" name="Elbow Connector 333"/>
          <p:cNvCxnSpPr>
            <a:stCxn id="333" idx="3"/>
            <a:endCxn id="1039" idx="3"/>
          </p:cNvCxnSpPr>
          <p:nvPr/>
        </p:nvCxnSpPr>
        <p:spPr>
          <a:xfrm>
            <a:off x="35780553" y="13165395"/>
            <a:ext cx="30480" cy="14920834"/>
          </a:xfrm>
          <a:prstGeom prst="bentConnector3">
            <a:avLst>
              <a:gd name="adj1" fmla="val 3297367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hape 338"/>
          <p:cNvCxnSpPr>
            <a:stCxn id="97" idx="0"/>
            <a:endCxn id="109" idx="1"/>
          </p:cNvCxnSpPr>
          <p:nvPr/>
        </p:nvCxnSpPr>
        <p:spPr>
          <a:xfrm rot="5400000" flipH="1" flipV="1">
            <a:off x="6487391" y="6792191"/>
            <a:ext cx="1447800" cy="2036618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hape 340"/>
          <p:cNvCxnSpPr>
            <a:stCxn id="109" idx="0"/>
            <a:endCxn id="103" idx="1"/>
          </p:cNvCxnSpPr>
          <p:nvPr/>
        </p:nvCxnSpPr>
        <p:spPr>
          <a:xfrm rot="5400000" flipH="1" flipV="1">
            <a:off x="10590068" y="2360469"/>
            <a:ext cx="2476500" cy="5756563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hape 342"/>
          <p:cNvCxnSpPr>
            <a:stCxn id="109" idx="2"/>
            <a:endCxn id="113" idx="1"/>
          </p:cNvCxnSpPr>
          <p:nvPr/>
        </p:nvCxnSpPr>
        <p:spPr>
          <a:xfrm rot="16200000" flipH="1">
            <a:off x="10014760" y="6631476"/>
            <a:ext cx="3703316" cy="5832763"/>
          </a:xfrm>
          <a:prstGeom prst="bentConnector2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Rounded Rectangle 348"/>
          <p:cNvSpPr/>
          <p:nvPr/>
        </p:nvSpPr>
        <p:spPr>
          <a:xfrm>
            <a:off x="15163800" y="4480560"/>
            <a:ext cx="2438400" cy="320040"/>
          </a:xfrm>
          <a:prstGeom prst="round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1" name="Shape 350"/>
          <p:cNvCxnSpPr>
            <a:stCxn id="349" idx="1"/>
            <a:endCxn id="208" idx="0"/>
          </p:cNvCxnSpPr>
          <p:nvPr/>
        </p:nvCxnSpPr>
        <p:spPr>
          <a:xfrm rot="10800000" flipV="1">
            <a:off x="11769438" y="4640580"/>
            <a:ext cx="3394363" cy="8846820"/>
          </a:xfrm>
          <a:prstGeom prst="bentConnector2">
            <a:avLst/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8" name="Group 217"/>
          <p:cNvGrpSpPr/>
          <p:nvPr/>
        </p:nvGrpSpPr>
        <p:grpSpPr>
          <a:xfrm>
            <a:off x="14782800" y="7924800"/>
            <a:ext cx="3429000" cy="6339831"/>
            <a:chOff x="14782800" y="7315200"/>
            <a:chExt cx="3429000" cy="6339831"/>
          </a:xfrm>
        </p:grpSpPr>
        <p:grpSp>
          <p:nvGrpSpPr>
            <p:cNvPr id="112" name="Group 111"/>
            <p:cNvGrpSpPr/>
            <p:nvPr/>
          </p:nvGrpSpPr>
          <p:grpSpPr>
            <a:xfrm>
              <a:off x="14782800" y="7315200"/>
              <a:ext cx="3429000" cy="6339831"/>
              <a:chOff x="14782800" y="7315200"/>
              <a:chExt cx="3429000" cy="6339831"/>
            </a:xfrm>
          </p:grpSpPr>
          <p:pic>
            <p:nvPicPr>
              <p:cNvPr id="113" name="Picture 2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14782800" y="7924800"/>
                <a:ext cx="3429000" cy="5730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14" name="TextBox 113"/>
              <p:cNvSpPr txBox="1"/>
              <p:nvPr/>
            </p:nvSpPr>
            <p:spPr>
              <a:xfrm>
                <a:off x="15795810" y="7315200"/>
                <a:ext cx="142539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 smtClean="0"/>
                  <a:t>Sign up</a:t>
                </a:r>
              </a:p>
            </p:txBody>
          </p:sp>
        </p:grpSp>
        <p:sp>
          <p:nvSpPr>
            <p:cNvPr id="152" name="Oval 151"/>
            <p:cNvSpPr/>
            <p:nvPr/>
          </p:nvSpPr>
          <p:spPr>
            <a:xfrm flipV="1">
              <a:off x="16840200" y="12344406"/>
              <a:ext cx="509953" cy="380994"/>
            </a:xfrm>
            <a:prstGeom prst="ellipse">
              <a:avLst/>
            </a:prstGeom>
            <a:solidFill>
              <a:srgbClr val="FF0F0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ounded Rectangle 366"/>
            <p:cNvSpPr/>
            <p:nvPr/>
          </p:nvSpPr>
          <p:spPr>
            <a:xfrm>
              <a:off x="15316200" y="11844528"/>
              <a:ext cx="2377440" cy="338328"/>
            </a:xfrm>
            <a:prstGeom prst="roundRect">
              <a:avLst/>
            </a:prstGeom>
            <a:solidFill>
              <a:srgbClr val="FF0F0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57" name="Shape 356"/>
          <p:cNvCxnSpPr>
            <a:stCxn id="152" idx="6"/>
            <a:endCxn id="103" idx="3"/>
          </p:cNvCxnSpPr>
          <p:nvPr/>
        </p:nvCxnSpPr>
        <p:spPr>
          <a:xfrm flipV="1">
            <a:off x="17350153" y="4000500"/>
            <a:ext cx="764027" cy="9144003"/>
          </a:xfrm>
          <a:prstGeom prst="bentConnector3">
            <a:avLst>
              <a:gd name="adj1" fmla="val 323235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Elbow Connector 368"/>
          <p:cNvCxnSpPr>
            <a:stCxn id="123" idx="6"/>
            <a:endCxn id="113" idx="3"/>
          </p:cNvCxnSpPr>
          <p:nvPr/>
        </p:nvCxnSpPr>
        <p:spPr>
          <a:xfrm>
            <a:off x="17294941" y="5524500"/>
            <a:ext cx="916859" cy="5875016"/>
          </a:xfrm>
          <a:prstGeom prst="bentConnector3">
            <a:avLst>
              <a:gd name="adj1" fmla="val 155884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Elbow Connector 371"/>
          <p:cNvCxnSpPr>
            <a:stCxn id="367" idx="3"/>
            <a:endCxn id="113" idx="3"/>
          </p:cNvCxnSpPr>
          <p:nvPr/>
        </p:nvCxnSpPr>
        <p:spPr>
          <a:xfrm flipV="1">
            <a:off x="17693640" y="11399516"/>
            <a:ext cx="518160" cy="1223776"/>
          </a:xfrm>
          <a:prstGeom prst="bentConnector3">
            <a:avLst>
              <a:gd name="adj1" fmla="val 200326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Rounded Rectangle 373"/>
          <p:cNvSpPr/>
          <p:nvPr/>
        </p:nvSpPr>
        <p:spPr>
          <a:xfrm>
            <a:off x="23317200" y="4343400"/>
            <a:ext cx="2468880" cy="320040"/>
          </a:xfrm>
          <a:prstGeom prst="round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6" name="Elbow Connector 375"/>
          <p:cNvCxnSpPr>
            <a:stCxn id="374" idx="3"/>
            <a:endCxn id="129" idx="3"/>
          </p:cNvCxnSpPr>
          <p:nvPr/>
        </p:nvCxnSpPr>
        <p:spPr>
          <a:xfrm flipV="1">
            <a:off x="25786080" y="4038600"/>
            <a:ext cx="527834" cy="464820"/>
          </a:xfrm>
          <a:prstGeom prst="bentConnector3">
            <a:avLst>
              <a:gd name="adj1" fmla="val 161545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7" name="TextBox 376"/>
          <p:cNvSpPr txBox="1"/>
          <p:nvPr/>
        </p:nvSpPr>
        <p:spPr>
          <a:xfrm flipH="1">
            <a:off x="12185214" y="4724400"/>
            <a:ext cx="34357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000" b="1" dirty="0" smtClean="0"/>
              <a:t> Call Login API</a:t>
            </a:r>
          </a:p>
          <a:p>
            <a:pPr>
              <a:buFontTx/>
              <a:buChar char="-"/>
            </a:pPr>
            <a:r>
              <a:rPr lang="en-US" sz="2000" b="1" dirty="0" smtClean="0"/>
              <a:t> Update UI with result</a:t>
            </a:r>
          </a:p>
          <a:p>
            <a:pPr>
              <a:buFontTx/>
              <a:buChar char="-"/>
            </a:pPr>
            <a:endParaRPr lang="en-US" sz="2000" b="1" dirty="0" smtClean="0"/>
          </a:p>
        </p:txBody>
      </p:sp>
      <p:cxnSp>
        <p:nvCxnSpPr>
          <p:cNvPr id="379" name="Elbow Connector 378"/>
          <p:cNvCxnSpPr>
            <a:stCxn id="208" idx="2"/>
            <a:endCxn id="222" idx="0"/>
          </p:cNvCxnSpPr>
          <p:nvPr/>
        </p:nvCxnSpPr>
        <p:spPr>
          <a:xfrm rot="5400000">
            <a:off x="2413047" y="15942010"/>
            <a:ext cx="10591800" cy="8120981"/>
          </a:xfrm>
          <a:prstGeom prst="bentConnector3">
            <a:avLst>
              <a:gd name="adj1" fmla="val 75304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Elbow Connector 380"/>
          <p:cNvCxnSpPr>
            <a:stCxn id="208" idx="2"/>
            <a:endCxn id="259" idx="0"/>
          </p:cNvCxnSpPr>
          <p:nvPr/>
        </p:nvCxnSpPr>
        <p:spPr>
          <a:xfrm rot="16200000" flipH="1">
            <a:off x="8966246" y="17509790"/>
            <a:ext cx="10820400" cy="5214019"/>
          </a:xfrm>
          <a:prstGeom prst="bentConnector3">
            <a:avLst>
              <a:gd name="adj1" fmla="val 73895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Elbow Connector 385"/>
          <p:cNvCxnSpPr>
            <a:stCxn id="222" idx="2"/>
            <a:endCxn id="226" idx="0"/>
          </p:cNvCxnSpPr>
          <p:nvPr/>
        </p:nvCxnSpPr>
        <p:spPr>
          <a:xfrm rot="5400000">
            <a:off x="2696259" y="31585203"/>
            <a:ext cx="1371600" cy="532795"/>
          </a:xfrm>
          <a:prstGeom prst="bentConnector3">
            <a:avLst>
              <a:gd name="adj1" fmla="val 39474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Elbow Connector 387"/>
          <p:cNvCxnSpPr>
            <a:stCxn id="222" idx="2"/>
            <a:endCxn id="1035" idx="0"/>
          </p:cNvCxnSpPr>
          <p:nvPr/>
        </p:nvCxnSpPr>
        <p:spPr>
          <a:xfrm rot="16200000" flipH="1">
            <a:off x="4887826" y="29926430"/>
            <a:ext cx="1340404" cy="3819144"/>
          </a:xfrm>
          <a:prstGeom prst="bentConnector3">
            <a:avLst>
              <a:gd name="adj1" fmla="val 39229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Elbow Connector 392"/>
          <p:cNvCxnSpPr>
            <a:stCxn id="226" idx="2"/>
            <a:endCxn id="1034" idx="0"/>
          </p:cNvCxnSpPr>
          <p:nvPr/>
        </p:nvCxnSpPr>
        <p:spPr>
          <a:xfrm rot="16200000" flipH="1">
            <a:off x="8863561" y="33037899"/>
            <a:ext cx="1200039" cy="12695839"/>
          </a:xfrm>
          <a:prstGeom prst="bentConnector3">
            <a:avLst>
              <a:gd name="adj1" fmla="val 50000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Elbow Connector 394"/>
          <p:cNvCxnSpPr>
            <a:stCxn id="226" idx="2"/>
            <a:endCxn id="1033" idx="0"/>
          </p:cNvCxnSpPr>
          <p:nvPr/>
        </p:nvCxnSpPr>
        <p:spPr>
          <a:xfrm rot="16200000" flipH="1">
            <a:off x="6792972" y="35108488"/>
            <a:ext cx="1219200" cy="8573823"/>
          </a:xfrm>
          <a:prstGeom prst="bentConnector3">
            <a:avLst>
              <a:gd name="adj1" fmla="val 50000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Elbow Connector 396"/>
          <p:cNvCxnSpPr>
            <a:stCxn id="226" idx="2"/>
            <a:endCxn id="1032" idx="0"/>
          </p:cNvCxnSpPr>
          <p:nvPr/>
        </p:nvCxnSpPr>
        <p:spPr>
          <a:xfrm rot="16200000" flipH="1">
            <a:off x="4664901" y="37236560"/>
            <a:ext cx="1219200" cy="4317680"/>
          </a:xfrm>
          <a:prstGeom prst="bentConnector3">
            <a:avLst>
              <a:gd name="adj1" fmla="val 50000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/>
          <p:cNvCxnSpPr>
            <a:stCxn id="226" idx="2"/>
            <a:endCxn id="1031" idx="0"/>
          </p:cNvCxnSpPr>
          <p:nvPr/>
        </p:nvCxnSpPr>
        <p:spPr>
          <a:xfrm rot="16200000" flipH="1">
            <a:off x="2492267" y="39409194"/>
            <a:ext cx="1248709" cy="1920"/>
          </a:xfrm>
          <a:prstGeom prst="bentConnector3">
            <a:avLst>
              <a:gd name="adj1" fmla="val 50000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TextBox 399"/>
          <p:cNvSpPr txBox="1"/>
          <p:nvPr/>
        </p:nvSpPr>
        <p:spPr>
          <a:xfrm>
            <a:off x="15087600" y="24789825"/>
            <a:ext cx="4176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Landing Page Container</a:t>
            </a:r>
          </a:p>
        </p:txBody>
      </p:sp>
      <p:grpSp>
        <p:nvGrpSpPr>
          <p:cNvPr id="551" name="Group 550"/>
          <p:cNvGrpSpPr/>
          <p:nvPr/>
        </p:nvGrpSpPr>
        <p:grpSpPr>
          <a:xfrm>
            <a:off x="22783800" y="19735801"/>
            <a:ext cx="3453846" cy="6476999"/>
            <a:chOff x="22783800" y="11353801"/>
            <a:chExt cx="3453846" cy="6476999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22783800" y="12074525"/>
              <a:ext cx="3453846" cy="5756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79" name="Rectangle 278"/>
            <p:cNvSpPr/>
            <p:nvPr/>
          </p:nvSpPr>
          <p:spPr>
            <a:xfrm>
              <a:off x="22783800" y="13411200"/>
              <a:ext cx="3429000" cy="3962400"/>
            </a:xfrm>
            <a:prstGeom prst="rect">
              <a:avLst/>
            </a:prstGeom>
            <a:solidFill>
              <a:srgbClr val="FF0F0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 smtClean="0">
                  <a:solidFill>
                    <a:schemeClr val="tx1"/>
                  </a:solidFill>
                </a:rPr>
                <a:t>Fragment</a:t>
              </a:r>
              <a:endParaRPr lang="en-US" sz="4800" dirty="0">
                <a:solidFill>
                  <a:schemeClr val="tx1"/>
                </a:solidFill>
              </a:endParaRPr>
            </a:p>
          </p:txBody>
        </p:sp>
        <p:sp>
          <p:nvSpPr>
            <p:cNvPr id="401" name="TextBox 400"/>
            <p:cNvSpPr txBox="1"/>
            <p:nvPr/>
          </p:nvSpPr>
          <p:spPr>
            <a:xfrm>
              <a:off x="23012400" y="11353801"/>
              <a:ext cx="31157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/>
                <a:t>Navigation View</a:t>
              </a:r>
              <a:endParaRPr lang="en-US" sz="3200" b="1" dirty="0" smtClean="0"/>
            </a:p>
          </p:txBody>
        </p:sp>
      </p:grpSp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6405800" y="26159846"/>
            <a:ext cx="3429000" cy="5743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41650236" y="26264175"/>
            <a:ext cx="3383964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47548800" y="34527093"/>
            <a:ext cx="3505200" cy="5748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39776400" y="34560557"/>
            <a:ext cx="3429000" cy="5724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43662600" y="34530192"/>
            <a:ext cx="3429000" cy="5745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24" name="Group 523"/>
          <p:cNvGrpSpPr/>
          <p:nvPr/>
        </p:nvGrpSpPr>
        <p:grpSpPr>
          <a:xfrm>
            <a:off x="32305833" y="32142644"/>
            <a:ext cx="3474720" cy="5780131"/>
            <a:chOff x="29565600" y="21499469"/>
            <a:chExt cx="3474720" cy="5780131"/>
          </a:xfrm>
        </p:grpSpPr>
        <p:grpSp>
          <p:nvGrpSpPr>
            <p:cNvPr id="519" name="Group 518"/>
            <p:cNvGrpSpPr/>
            <p:nvPr/>
          </p:nvGrpSpPr>
          <p:grpSpPr>
            <a:xfrm>
              <a:off x="29565600" y="21499469"/>
              <a:ext cx="3474720" cy="5780131"/>
              <a:chOff x="29565600" y="19975469"/>
              <a:chExt cx="3474720" cy="5780131"/>
            </a:xfrm>
          </p:grpSpPr>
          <p:pic>
            <p:nvPicPr>
              <p:cNvPr id="1037" name="Picture 13"/>
              <p:cNvPicPr>
                <a:picLocks noChangeAspect="1" noChangeArrowheads="1"/>
              </p:cNvPicPr>
              <p:nvPr/>
            </p:nvPicPr>
            <p:blipFill>
              <a:blip r:embed="rId21" cstate="print"/>
              <a:srcRect/>
              <a:stretch>
                <a:fillRect/>
              </a:stretch>
            </p:blipFill>
            <p:spPr bwMode="auto">
              <a:xfrm>
                <a:off x="29565600" y="19975469"/>
                <a:ext cx="3459592" cy="57801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435" name="Rectangle 434"/>
              <p:cNvSpPr/>
              <p:nvPr/>
            </p:nvSpPr>
            <p:spPr>
              <a:xfrm>
                <a:off x="29565600" y="20574000"/>
                <a:ext cx="3474720" cy="320040"/>
              </a:xfrm>
              <a:prstGeom prst="rect">
                <a:avLst/>
              </a:prstGeom>
              <a:solidFill>
                <a:srgbClr val="FF0F0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/>
              <p:cNvSpPr/>
              <p:nvPr/>
            </p:nvSpPr>
            <p:spPr>
              <a:xfrm>
                <a:off x="29565600" y="20955000"/>
                <a:ext cx="3474720" cy="320040"/>
              </a:xfrm>
              <a:prstGeom prst="rect">
                <a:avLst/>
              </a:prstGeom>
              <a:solidFill>
                <a:srgbClr val="FF0F0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/>
              <p:cNvSpPr/>
              <p:nvPr/>
            </p:nvSpPr>
            <p:spPr>
              <a:xfrm>
                <a:off x="29565600" y="21320760"/>
                <a:ext cx="3474720" cy="320040"/>
              </a:xfrm>
              <a:prstGeom prst="rect">
                <a:avLst/>
              </a:prstGeom>
              <a:solidFill>
                <a:srgbClr val="FF0F0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/>
              <p:cNvSpPr/>
              <p:nvPr/>
            </p:nvSpPr>
            <p:spPr>
              <a:xfrm>
                <a:off x="29565600" y="21701760"/>
                <a:ext cx="3474720" cy="320040"/>
              </a:xfrm>
              <a:prstGeom prst="rect">
                <a:avLst/>
              </a:prstGeom>
              <a:solidFill>
                <a:srgbClr val="FF0F0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4" name="Rectangle 433"/>
            <p:cNvSpPr/>
            <p:nvPr/>
          </p:nvSpPr>
          <p:spPr>
            <a:xfrm>
              <a:off x="29565600" y="21717000"/>
              <a:ext cx="3474720" cy="320040"/>
            </a:xfrm>
            <a:prstGeom prst="rect">
              <a:avLst/>
            </a:prstGeom>
            <a:solidFill>
              <a:srgbClr val="FF0F0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5" name="Elbow Connector 474"/>
          <p:cNvCxnSpPr>
            <a:stCxn id="434" idx="3"/>
            <a:endCxn id="1042" idx="1"/>
          </p:cNvCxnSpPr>
          <p:nvPr/>
        </p:nvCxnSpPr>
        <p:spPr>
          <a:xfrm flipV="1">
            <a:off x="35780553" y="29121675"/>
            <a:ext cx="5869683" cy="3398520"/>
          </a:xfrm>
          <a:prstGeom prst="bentConnector3">
            <a:avLst>
              <a:gd name="adj1" fmla="val 86529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Elbow Connector 476"/>
          <p:cNvCxnSpPr>
            <a:stCxn id="435" idx="3"/>
            <a:endCxn id="1041" idx="1"/>
          </p:cNvCxnSpPr>
          <p:nvPr/>
        </p:nvCxnSpPr>
        <p:spPr>
          <a:xfrm flipV="1">
            <a:off x="35780553" y="29031411"/>
            <a:ext cx="10625247" cy="3869784"/>
          </a:xfrm>
          <a:prstGeom prst="bentConnector3">
            <a:avLst>
              <a:gd name="adj1" fmla="val 93772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hape 479"/>
          <p:cNvCxnSpPr>
            <a:stCxn id="436" idx="3"/>
            <a:endCxn id="1043" idx="0"/>
          </p:cNvCxnSpPr>
          <p:nvPr/>
        </p:nvCxnSpPr>
        <p:spPr>
          <a:xfrm>
            <a:off x="35780553" y="33282195"/>
            <a:ext cx="13520847" cy="1244898"/>
          </a:xfrm>
          <a:prstGeom prst="bentConnector2">
            <a:avLst/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hape 481"/>
          <p:cNvCxnSpPr>
            <a:stCxn id="437" idx="3"/>
            <a:endCxn id="1045" idx="0"/>
          </p:cNvCxnSpPr>
          <p:nvPr/>
        </p:nvCxnSpPr>
        <p:spPr>
          <a:xfrm>
            <a:off x="35780553" y="33647955"/>
            <a:ext cx="9596547" cy="882237"/>
          </a:xfrm>
          <a:prstGeom prst="bentConnector2">
            <a:avLst/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hape 483"/>
          <p:cNvCxnSpPr>
            <a:stCxn id="438" idx="3"/>
            <a:endCxn id="1044" idx="0"/>
          </p:cNvCxnSpPr>
          <p:nvPr/>
        </p:nvCxnSpPr>
        <p:spPr>
          <a:xfrm>
            <a:off x="35780553" y="34028955"/>
            <a:ext cx="5710347" cy="531602"/>
          </a:xfrm>
          <a:prstGeom prst="bentConnector2">
            <a:avLst/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43550028" y="11506200"/>
            <a:ext cx="3998772" cy="678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89" name="Rectangle 488"/>
          <p:cNvSpPr/>
          <p:nvPr/>
        </p:nvSpPr>
        <p:spPr>
          <a:xfrm>
            <a:off x="32305833" y="12624375"/>
            <a:ext cx="3474720" cy="320040"/>
          </a:xfrm>
          <a:prstGeom prst="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6" name="Elbow Connector 495"/>
          <p:cNvCxnSpPr>
            <a:stCxn id="489" idx="3"/>
            <a:endCxn id="1046" idx="1"/>
          </p:cNvCxnSpPr>
          <p:nvPr/>
        </p:nvCxnSpPr>
        <p:spPr>
          <a:xfrm>
            <a:off x="35780553" y="12784395"/>
            <a:ext cx="7769475" cy="2112705"/>
          </a:xfrm>
          <a:prstGeom prst="bentConnector3">
            <a:avLst>
              <a:gd name="adj1" fmla="val 50000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Rectangle 500"/>
          <p:cNvSpPr/>
          <p:nvPr/>
        </p:nvSpPr>
        <p:spPr>
          <a:xfrm>
            <a:off x="32336313" y="15748575"/>
            <a:ext cx="3474720" cy="320040"/>
          </a:xfrm>
          <a:prstGeom prst="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3" name="Elbow Connector 502"/>
          <p:cNvCxnSpPr>
            <a:stCxn id="501" idx="1"/>
            <a:endCxn id="103" idx="3"/>
          </p:cNvCxnSpPr>
          <p:nvPr/>
        </p:nvCxnSpPr>
        <p:spPr>
          <a:xfrm rot="10800000">
            <a:off x="18114181" y="4000501"/>
            <a:ext cx="14222133" cy="11908095"/>
          </a:xfrm>
          <a:prstGeom prst="bentConnector3">
            <a:avLst>
              <a:gd name="adj1" fmla="val 87965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7" name="Picture 23"/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43626228" y="4343400"/>
            <a:ext cx="3612239" cy="597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1" name="Rectangle 510"/>
          <p:cNvSpPr/>
          <p:nvPr/>
        </p:nvSpPr>
        <p:spPr>
          <a:xfrm>
            <a:off x="32305833" y="12243375"/>
            <a:ext cx="3474720" cy="320040"/>
          </a:xfrm>
          <a:prstGeom prst="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3" name="Elbow Connector 512"/>
          <p:cNvCxnSpPr>
            <a:stCxn id="511" idx="3"/>
            <a:endCxn id="1047" idx="1"/>
          </p:cNvCxnSpPr>
          <p:nvPr/>
        </p:nvCxnSpPr>
        <p:spPr>
          <a:xfrm flipV="1">
            <a:off x="35780553" y="7332663"/>
            <a:ext cx="7845675" cy="5070732"/>
          </a:xfrm>
          <a:prstGeom prst="bentConnector3">
            <a:avLst>
              <a:gd name="adj1" fmla="val 50000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33067833" y="11049000"/>
            <a:ext cx="2164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Main Menu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32458233" y="17830800"/>
            <a:ext cx="3116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Contact Us Menu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32540716" y="24536400"/>
            <a:ext cx="2889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Language Menu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32458233" y="31293375"/>
            <a:ext cx="28103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About us Menu</a:t>
            </a:r>
          </a:p>
        </p:txBody>
      </p:sp>
      <p:grpSp>
        <p:nvGrpSpPr>
          <p:cNvPr id="544" name="Group 543"/>
          <p:cNvGrpSpPr/>
          <p:nvPr/>
        </p:nvGrpSpPr>
        <p:grpSpPr>
          <a:xfrm>
            <a:off x="22721130" y="27589270"/>
            <a:ext cx="3720270" cy="6921393"/>
            <a:chOff x="22721130" y="27589270"/>
            <a:chExt cx="3720270" cy="6921393"/>
          </a:xfrm>
        </p:grpSpPr>
        <p:sp>
          <p:nvSpPr>
            <p:cNvPr id="531" name="TextBox 530"/>
            <p:cNvSpPr txBox="1"/>
            <p:nvPr/>
          </p:nvSpPr>
          <p:spPr>
            <a:xfrm>
              <a:off x="23247798" y="27589270"/>
              <a:ext cx="25078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smtClean="0"/>
                <a:t>Landing Page</a:t>
              </a:r>
            </a:p>
          </p:txBody>
        </p:sp>
        <p:pic>
          <p:nvPicPr>
            <p:cNvPr id="1050" name="Picture 26"/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22721130" y="28270200"/>
              <a:ext cx="3720270" cy="6240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35" name="Rectangle 534"/>
            <p:cNvSpPr/>
            <p:nvPr/>
          </p:nvSpPr>
          <p:spPr>
            <a:xfrm>
              <a:off x="22783800" y="29113270"/>
              <a:ext cx="3581400" cy="4953000"/>
            </a:xfrm>
            <a:prstGeom prst="rect">
              <a:avLst/>
            </a:prstGeom>
            <a:solidFill>
              <a:srgbClr val="FF0F0F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 smtClean="0">
                  <a:solidFill>
                    <a:schemeClr val="tx1"/>
                  </a:solidFill>
                </a:rPr>
                <a:t>Fragment</a:t>
              </a:r>
              <a:endParaRPr lang="en-US" sz="4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37" name="Elbow Connector 536"/>
          <p:cNvCxnSpPr>
            <a:stCxn id="1050" idx="2"/>
            <a:endCxn id="1048" idx="0"/>
          </p:cNvCxnSpPr>
          <p:nvPr/>
        </p:nvCxnSpPr>
        <p:spPr>
          <a:xfrm rot="5400000">
            <a:off x="19068465" y="37387799"/>
            <a:ext cx="8389937" cy="2635665"/>
          </a:xfrm>
          <a:prstGeom prst="bentConnector3">
            <a:avLst>
              <a:gd name="adj1" fmla="val 82123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Elbow Connector 538"/>
          <p:cNvCxnSpPr>
            <a:stCxn id="1050" idx="2"/>
            <a:endCxn id="1049" idx="0"/>
          </p:cNvCxnSpPr>
          <p:nvPr/>
        </p:nvCxnSpPr>
        <p:spPr>
          <a:xfrm rot="16200000" flipH="1">
            <a:off x="21613648" y="37478279"/>
            <a:ext cx="8389937" cy="2454703"/>
          </a:xfrm>
          <a:prstGeom prst="bentConnector3">
            <a:avLst>
              <a:gd name="adj1" fmla="val 82123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25831800" y="21238029"/>
            <a:ext cx="381000" cy="326571"/>
          </a:xfrm>
          <a:prstGeom prst="ellipse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7" name="Elbow Connector 566"/>
          <p:cNvCxnSpPr>
            <a:stCxn id="565" idx="6"/>
            <a:endCxn id="1051" idx="3"/>
          </p:cNvCxnSpPr>
          <p:nvPr/>
        </p:nvCxnSpPr>
        <p:spPr>
          <a:xfrm flipV="1">
            <a:off x="26212800" y="11804149"/>
            <a:ext cx="1588" cy="9597166"/>
          </a:xfrm>
          <a:prstGeom prst="bentConnector3">
            <a:avLst>
              <a:gd name="adj1" fmla="val 108344807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2" name="Picture 28"/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32080200" y="1143000"/>
            <a:ext cx="3505200" cy="5795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76" name="Elbow Connector 575"/>
          <p:cNvCxnSpPr>
            <a:stCxn id="570" idx="6"/>
            <a:endCxn id="1052" idx="1"/>
          </p:cNvCxnSpPr>
          <p:nvPr/>
        </p:nvCxnSpPr>
        <p:spPr>
          <a:xfrm flipV="1">
            <a:off x="26136600" y="4040904"/>
            <a:ext cx="5943600" cy="7233880"/>
          </a:xfrm>
          <a:prstGeom prst="bentConnector3">
            <a:avLst>
              <a:gd name="adj1" fmla="val 72267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 flipH="1">
            <a:off x="36195000" y="4648200"/>
            <a:ext cx="342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000" b="1" dirty="0" smtClean="0"/>
              <a:t> Call Change Password API</a:t>
            </a:r>
          </a:p>
          <a:p>
            <a:pPr>
              <a:buFontTx/>
              <a:buChar char="-"/>
            </a:pPr>
            <a:r>
              <a:rPr lang="en-US" sz="2000" b="1" dirty="0" smtClean="0"/>
              <a:t> Update UI with result</a:t>
            </a:r>
          </a:p>
          <a:p>
            <a:pPr>
              <a:buFontTx/>
              <a:buChar char="-"/>
            </a:pPr>
            <a:endParaRPr lang="en-US" sz="2000" b="1" dirty="0" smtClean="0"/>
          </a:p>
        </p:txBody>
      </p:sp>
      <p:sp>
        <p:nvSpPr>
          <p:cNvPr id="579" name="Rounded Rectangle 578"/>
          <p:cNvSpPr/>
          <p:nvPr/>
        </p:nvSpPr>
        <p:spPr>
          <a:xfrm>
            <a:off x="32613600" y="5105400"/>
            <a:ext cx="2468880" cy="320040"/>
          </a:xfrm>
          <a:prstGeom prst="round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0" name="Elbow Connector 579"/>
          <p:cNvCxnSpPr>
            <a:stCxn id="579" idx="3"/>
          </p:cNvCxnSpPr>
          <p:nvPr/>
        </p:nvCxnSpPr>
        <p:spPr>
          <a:xfrm flipV="1">
            <a:off x="35082480" y="4800600"/>
            <a:ext cx="527834" cy="464820"/>
          </a:xfrm>
          <a:prstGeom prst="bentConnector3">
            <a:avLst>
              <a:gd name="adj1" fmla="val 202574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Elbow Connector 583"/>
          <p:cNvCxnSpPr>
            <a:stCxn id="569" idx="6"/>
            <a:endCxn id="1047" idx="1"/>
          </p:cNvCxnSpPr>
          <p:nvPr/>
        </p:nvCxnSpPr>
        <p:spPr>
          <a:xfrm flipV="1">
            <a:off x="26136600" y="7332663"/>
            <a:ext cx="17489628" cy="4696052"/>
          </a:xfrm>
          <a:prstGeom prst="bentConnector3">
            <a:avLst>
              <a:gd name="adj1" fmla="val 29637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Elbow Connector 585"/>
          <p:cNvCxnSpPr>
            <a:stCxn id="571" idx="3"/>
            <a:endCxn id="1047" idx="1"/>
          </p:cNvCxnSpPr>
          <p:nvPr/>
        </p:nvCxnSpPr>
        <p:spPr>
          <a:xfrm flipV="1">
            <a:off x="25694640" y="7332663"/>
            <a:ext cx="17931588" cy="5852999"/>
          </a:xfrm>
          <a:prstGeom prst="bentConnector3">
            <a:avLst>
              <a:gd name="adj1" fmla="val 31481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Oval 590"/>
          <p:cNvSpPr/>
          <p:nvPr/>
        </p:nvSpPr>
        <p:spPr>
          <a:xfrm>
            <a:off x="33832800" y="5638800"/>
            <a:ext cx="1143000" cy="304800"/>
          </a:xfrm>
          <a:prstGeom prst="ellipse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2" name="Elbow Connector 591"/>
          <p:cNvCxnSpPr>
            <a:stCxn id="591" idx="6"/>
            <a:endCxn id="1052" idx="3"/>
          </p:cNvCxnSpPr>
          <p:nvPr/>
        </p:nvCxnSpPr>
        <p:spPr>
          <a:xfrm flipV="1">
            <a:off x="34975800" y="4040904"/>
            <a:ext cx="609600" cy="1750296"/>
          </a:xfrm>
          <a:prstGeom prst="bentConnector3">
            <a:avLst>
              <a:gd name="adj1" fmla="val 706466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7" name="TextBox 596"/>
          <p:cNvSpPr txBox="1"/>
          <p:nvPr/>
        </p:nvSpPr>
        <p:spPr>
          <a:xfrm flipH="1">
            <a:off x="35814000" y="3352800"/>
            <a:ext cx="342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000" b="1" dirty="0" smtClean="0"/>
              <a:t> Call Reset Password API</a:t>
            </a:r>
          </a:p>
          <a:p>
            <a:pPr>
              <a:buFontTx/>
              <a:buChar char="-"/>
            </a:pPr>
            <a:r>
              <a:rPr lang="en-US" sz="2000" b="1" dirty="0" smtClean="0"/>
              <a:t> Update UI with result</a:t>
            </a:r>
          </a:p>
          <a:p>
            <a:pPr>
              <a:buFontTx/>
              <a:buChar char="-"/>
            </a:pPr>
            <a:endParaRPr lang="en-US" sz="2000" b="1" dirty="0" smtClean="0"/>
          </a:p>
        </p:txBody>
      </p:sp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36728400" y="43053000"/>
            <a:ext cx="3519170" cy="5898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04" name="Oval 603"/>
          <p:cNvSpPr/>
          <p:nvPr/>
        </p:nvSpPr>
        <p:spPr>
          <a:xfrm>
            <a:off x="25908000" y="29565600"/>
            <a:ext cx="533400" cy="533400"/>
          </a:xfrm>
          <a:prstGeom prst="ellipse">
            <a:avLst/>
          </a:prstGeom>
          <a:solidFill>
            <a:srgbClr val="0070C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7" name="Shape 606"/>
          <p:cNvCxnSpPr>
            <a:stCxn id="604" idx="6"/>
            <a:endCxn id="1053" idx="1"/>
          </p:cNvCxnSpPr>
          <p:nvPr/>
        </p:nvCxnSpPr>
        <p:spPr>
          <a:xfrm>
            <a:off x="26441400" y="29832300"/>
            <a:ext cx="3733800" cy="16230600"/>
          </a:xfrm>
          <a:prstGeom prst="bentConnector3">
            <a:avLst>
              <a:gd name="adj1" fmla="val 83512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Elbow Connector 620"/>
          <p:cNvCxnSpPr>
            <a:stCxn id="603" idx="3"/>
            <a:endCxn id="1054" idx="1"/>
          </p:cNvCxnSpPr>
          <p:nvPr/>
        </p:nvCxnSpPr>
        <p:spPr>
          <a:xfrm>
            <a:off x="33924240" y="43395900"/>
            <a:ext cx="2804160" cy="2606385"/>
          </a:xfrm>
          <a:prstGeom prst="bentConnector3">
            <a:avLst>
              <a:gd name="adj1" fmla="val 81751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2" name="Rectangle 621"/>
          <p:cNvSpPr/>
          <p:nvPr/>
        </p:nvSpPr>
        <p:spPr>
          <a:xfrm>
            <a:off x="38481000" y="48082200"/>
            <a:ext cx="1600200" cy="274320"/>
          </a:xfrm>
          <a:prstGeom prst="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" name="Rectangle 622"/>
          <p:cNvSpPr/>
          <p:nvPr/>
        </p:nvSpPr>
        <p:spPr>
          <a:xfrm>
            <a:off x="36880800" y="48082200"/>
            <a:ext cx="1600200" cy="274320"/>
          </a:xfrm>
          <a:prstGeom prst="rect">
            <a:avLst/>
          </a:prstGeom>
          <a:solidFill>
            <a:srgbClr val="FF0F0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5" name="Elbow Connector 624"/>
          <p:cNvCxnSpPr>
            <a:stCxn id="623" idx="1"/>
            <a:endCxn id="1054" idx="1"/>
          </p:cNvCxnSpPr>
          <p:nvPr/>
        </p:nvCxnSpPr>
        <p:spPr>
          <a:xfrm rot="10800000">
            <a:off x="36728400" y="46002286"/>
            <a:ext cx="152400" cy="2217075"/>
          </a:xfrm>
          <a:prstGeom prst="bentConnector3">
            <a:avLst>
              <a:gd name="adj1" fmla="val 436207"/>
            </a:avLst>
          </a:prstGeom>
          <a:ln w="38100">
            <a:solidFill>
              <a:srgbClr val="FF0F0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 flipH="1">
            <a:off x="34442400" y="47320200"/>
            <a:ext cx="342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2000" b="1" dirty="0" smtClean="0"/>
              <a:t> Ping</a:t>
            </a:r>
          </a:p>
          <a:p>
            <a:pPr>
              <a:buFontTx/>
              <a:buChar char="-"/>
            </a:pPr>
            <a:r>
              <a:rPr lang="en-US" sz="2000" b="1" dirty="0" smtClean="0"/>
              <a:t> Popup Result</a:t>
            </a:r>
          </a:p>
          <a:p>
            <a:pPr>
              <a:buFontTx/>
              <a:buChar char="-"/>
            </a:pPr>
            <a:endParaRPr lang="en-US" sz="2000" b="1" dirty="0" smtClean="0"/>
          </a:p>
        </p:txBody>
      </p:sp>
      <p:grpSp>
        <p:nvGrpSpPr>
          <p:cNvPr id="637" name="Group 636"/>
          <p:cNvGrpSpPr/>
          <p:nvPr/>
        </p:nvGrpSpPr>
        <p:grpSpPr>
          <a:xfrm>
            <a:off x="26365200" y="31589770"/>
            <a:ext cx="13716000" cy="16629590"/>
            <a:chOff x="26365200" y="31589770"/>
            <a:chExt cx="13716000" cy="16629590"/>
          </a:xfrm>
        </p:grpSpPr>
        <p:cxnSp>
          <p:nvCxnSpPr>
            <p:cNvPr id="633" name="Shape 632"/>
            <p:cNvCxnSpPr>
              <a:stCxn id="622" idx="3"/>
            </p:cNvCxnSpPr>
            <p:nvPr/>
          </p:nvCxnSpPr>
          <p:spPr>
            <a:xfrm flipH="1" flipV="1">
              <a:off x="27965400" y="34899600"/>
              <a:ext cx="12115800" cy="13319760"/>
            </a:xfrm>
            <a:prstGeom prst="bentConnector4">
              <a:avLst>
                <a:gd name="adj1" fmla="val -8640"/>
                <a:gd name="adj2" fmla="val 50515"/>
              </a:avLst>
            </a:prstGeom>
            <a:ln w="38100">
              <a:solidFill>
                <a:srgbClr val="FF0F0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hape 635"/>
            <p:cNvCxnSpPr>
              <a:endCxn id="535" idx="3"/>
            </p:cNvCxnSpPr>
            <p:nvPr/>
          </p:nvCxnSpPr>
          <p:spPr>
            <a:xfrm rot="16200000" flipV="1">
              <a:off x="25472285" y="32482685"/>
              <a:ext cx="3386030" cy="1600200"/>
            </a:xfrm>
            <a:prstGeom prst="bentConnector2">
              <a:avLst/>
            </a:prstGeom>
            <a:ln w="38100">
              <a:solidFill>
                <a:srgbClr val="FF0F0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Group 204"/>
          <p:cNvGrpSpPr/>
          <p:nvPr/>
        </p:nvGrpSpPr>
        <p:grpSpPr>
          <a:xfrm>
            <a:off x="20040600" y="42138600"/>
            <a:ext cx="3810000" cy="7123005"/>
            <a:chOff x="20040600" y="42138600"/>
            <a:chExt cx="3810000" cy="7123005"/>
          </a:xfrm>
        </p:grpSpPr>
        <p:pic>
          <p:nvPicPr>
            <p:cNvPr id="1048" name="Picture 24"/>
            <p:cNvPicPr>
              <a:picLocks noChangeAspect="1" noChangeArrowheads="1"/>
            </p:cNvPicPr>
            <p:nvPr/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20040600" y="42900600"/>
              <a:ext cx="3810000" cy="63610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46" name="TextBox 645"/>
            <p:cNvSpPr txBox="1"/>
            <p:nvPr/>
          </p:nvSpPr>
          <p:spPr>
            <a:xfrm>
              <a:off x="20878800" y="42138600"/>
              <a:ext cx="203677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smtClean="0"/>
                <a:t>Earth View</a:t>
              </a:r>
            </a:p>
          </p:txBody>
        </p:sp>
      </p:grpSp>
      <p:grpSp>
        <p:nvGrpSpPr>
          <p:cNvPr id="206" name="Group 205"/>
          <p:cNvGrpSpPr/>
          <p:nvPr/>
        </p:nvGrpSpPr>
        <p:grpSpPr>
          <a:xfrm>
            <a:off x="25146000" y="42138600"/>
            <a:ext cx="3779936" cy="7045325"/>
            <a:chOff x="25146000" y="42138600"/>
            <a:chExt cx="3779936" cy="7045325"/>
          </a:xfrm>
        </p:grpSpPr>
        <p:pic>
          <p:nvPicPr>
            <p:cNvPr id="1049" name="Picture 25"/>
            <p:cNvPicPr>
              <a:picLocks noChangeAspect="1" noChangeArrowheads="1"/>
            </p:cNvPicPr>
            <p:nvPr/>
          </p:nvPicPr>
          <p:blipFill>
            <a:blip r:embed="rId28" cstate="print"/>
            <a:srcRect/>
            <a:stretch>
              <a:fillRect/>
            </a:stretch>
          </p:blipFill>
          <p:spPr bwMode="auto">
            <a:xfrm>
              <a:off x="25146000" y="42900600"/>
              <a:ext cx="3779936" cy="6283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47" name="TextBox 646"/>
            <p:cNvSpPr txBox="1"/>
            <p:nvPr/>
          </p:nvSpPr>
          <p:spPr>
            <a:xfrm>
              <a:off x="26136600" y="42138600"/>
              <a:ext cx="19123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smtClean="0"/>
                <a:t>Map View</a:t>
              </a:r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30175200" y="42214800"/>
            <a:ext cx="3761277" cy="7010400"/>
            <a:chOff x="30175200" y="42214800"/>
            <a:chExt cx="3761277" cy="7010400"/>
          </a:xfrm>
        </p:grpSpPr>
        <p:pic>
          <p:nvPicPr>
            <p:cNvPr id="1053" name="Picture 29"/>
            <p:cNvPicPr>
              <a:picLocks noChangeAspect="1" noChangeArrowheads="1"/>
            </p:cNvPicPr>
            <p:nvPr/>
          </p:nvPicPr>
          <p:blipFill>
            <a:blip r:embed="rId29" cstate="print"/>
            <a:srcRect/>
            <a:stretch>
              <a:fillRect/>
            </a:stretch>
          </p:blipFill>
          <p:spPr bwMode="auto">
            <a:xfrm>
              <a:off x="30175200" y="42900600"/>
              <a:ext cx="3761277" cy="6324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03" name="Rectangle 602"/>
            <p:cNvSpPr/>
            <p:nvPr/>
          </p:nvSpPr>
          <p:spPr>
            <a:xfrm>
              <a:off x="30175200" y="43129200"/>
              <a:ext cx="3749040" cy="533400"/>
            </a:xfrm>
            <a:prstGeom prst="rect">
              <a:avLst/>
            </a:prstGeom>
            <a:solidFill>
              <a:srgbClr val="FF0F0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TextBox 647"/>
            <p:cNvSpPr txBox="1"/>
            <p:nvPr/>
          </p:nvSpPr>
          <p:spPr>
            <a:xfrm>
              <a:off x="31089600" y="42214800"/>
              <a:ext cx="19463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smtClean="0"/>
                <a:t>Server List</a:t>
              </a:r>
            </a:p>
          </p:txBody>
        </p:sp>
      </p:grpSp>
      <p:sp>
        <p:nvSpPr>
          <p:cNvPr id="649" name="TextBox 648"/>
          <p:cNvSpPr txBox="1"/>
          <p:nvPr/>
        </p:nvSpPr>
        <p:spPr>
          <a:xfrm>
            <a:off x="37261800" y="42367200"/>
            <a:ext cx="2538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Server Details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39547800" y="40309800"/>
            <a:ext cx="3856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Terms and Conditions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43859088" y="40309800"/>
            <a:ext cx="2775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Privacy Policies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48844200" y="40386000"/>
            <a:ext cx="875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mtClean="0"/>
              <a:t>FAQ</a:t>
            </a:r>
            <a:endParaRPr lang="en-US" sz="3200" b="1" dirty="0" smtClean="0"/>
          </a:p>
        </p:txBody>
      </p:sp>
      <p:sp>
        <p:nvSpPr>
          <p:cNvPr id="653" name="TextBox 652"/>
          <p:cNvSpPr txBox="1"/>
          <p:nvPr/>
        </p:nvSpPr>
        <p:spPr>
          <a:xfrm>
            <a:off x="41579985" y="25551825"/>
            <a:ext cx="3454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What is </a:t>
            </a:r>
            <a:r>
              <a:rPr lang="en-US" sz="3200" b="1" dirty="0" err="1" smtClean="0"/>
              <a:t>CasperVPN</a:t>
            </a:r>
            <a:endParaRPr lang="en-US" sz="3200" b="1" dirty="0" smtClean="0"/>
          </a:p>
        </p:txBody>
      </p:sp>
      <p:sp>
        <p:nvSpPr>
          <p:cNvPr id="654" name="TextBox 653"/>
          <p:cNvSpPr txBox="1"/>
          <p:nvPr/>
        </p:nvSpPr>
        <p:spPr>
          <a:xfrm>
            <a:off x="47236182" y="25450800"/>
            <a:ext cx="17604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About Us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44165093" y="10820400"/>
            <a:ext cx="23567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Social Media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44235828" y="3657600"/>
            <a:ext cx="23002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Subscription</a:t>
            </a:r>
          </a:p>
        </p:txBody>
      </p:sp>
      <p:grpSp>
        <p:nvGrpSpPr>
          <p:cNvPr id="682" name="Group 681"/>
          <p:cNvGrpSpPr/>
          <p:nvPr/>
        </p:nvGrpSpPr>
        <p:grpSpPr>
          <a:xfrm>
            <a:off x="1524000" y="13106400"/>
            <a:ext cx="7620000" cy="8763000"/>
            <a:chOff x="1524000" y="13106400"/>
            <a:chExt cx="7620000" cy="8763000"/>
          </a:xfrm>
        </p:grpSpPr>
        <p:pic>
          <p:nvPicPr>
            <p:cNvPr id="1055" name="Picture 31"/>
            <p:cNvPicPr>
              <a:picLocks noChangeAspect="1" noChangeArrowheads="1"/>
            </p:cNvPicPr>
            <p:nvPr/>
          </p:nvPicPr>
          <p:blipFill>
            <a:blip r:embed="rId30" cstate="print"/>
            <a:srcRect/>
            <a:stretch>
              <a:fillRect/>
            </a:stretch>
          </p:blipFill>
          <p:spPr bwMode="auto">
            <a:xfrm>
              <a:off x="1524000" y="13792200"/>
              <a:ext cx="3581400" cy="5953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658" name="Straight Arrow Connector 657"/>
            <p:cNvCxnSpPr>
              <a:stCxn id="673" idx="0"/>
              <a:endCxn id="1055" idx="2"/>
            </p:cNvCxnSpPr>
            <p:nvPr/>
          </p:nvCxnSpPr>
          <p:spPr>
            <a:xfrm rot="5400000" flipH="1" flipV="1">
              <a:off x="2748050" y="20312150"/>
              <a:ext cx="1133300" cy="1588"/>
            </a:xfrm>
            <a:prstGeom prst="straightConnector1">
              <a:avLst/>
            </a:prstGeom>
            <a:ln w="38100">
              <a:solidFill>
                <a:srgbClr val="FF0F0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9" name="TextBox 658"/>
            <p:cNvSpPr txBox="1"/>
            <p:nvPr/>
          </p:nvSpPr>
          <p:spPr>
            <a:xfrm>
              <a:off x="1828800" y="13106400"/>
              <a:ext cx="284084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smtClean="0"/>
                <a:t>Reset Password</a:t>
              </a:r>
            </a:p>
          </p:txBody>
        </p:sp>
        <p:sp>
          <p:nvSpPr>
            <p:cNvPr id="664" name="TextBox 663"/>
            <p:cNvSpPr txBox="1"/>
            <p:nvPr/>
          </p:nvSpPr>
          <p:spPr>
            <a:xfrm flipH="1">
              <a:off x="5715000" y="16687800"/>
              <a:ext cx="3429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Tx/>
                <a:buChar char="-"/>
              </a:pPr>
              <a:r>
                <a:rPr lang="en-US" sz="2000" b="1" dirty="0" smtClean="0"/>
                <a:t> Call Reset Password API</a:t>
              </a:r>
            </a:p>
            <a:p>
              <a:pPr>
                <a:buFontTx/>
                <a:buChar char="-"/>
              </a:pPr>
              <a:r>
                <a:rPr lang="en-US" sz="2000" b="1" dirty="0" smtClean="0"/>
                <a:t> Update UI with result</a:t>
              </a:r>
            </a:p>
            <a:p>
              <a:pPr>
                <a:buFontTx/>
                <a:buChar char="-"/>
              </a:pPr>
              <a:endParaRPr lang="en-US" sz="2000" b="1" dirty="0" smtClean="0"/>
            </a:p>
          </p:txBody>
        </p:sp>
        <p:sp>
          <p:nvSpPr>
            <p:cNvPr id="665" name="Rounded Rectangle 664"/>
            <p:cNvSpPr/>
            <p:nvPr/>
          </p:nvSpPr>
          <p:spPr>
            <a:xfrm>
              <a:off x="2057400" y="17221200"/>
              <a:ext cx="2468880" cy="320040"/>
            </a:xfrm>
            <a:prstGeom prst="roundRect">
              <a:avLst/>
            </a:prstGeom>
            <a:solidFill>
              <a:srgbClr val="FF0F0F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6" name="Elbow Connector 665"/>
            <p:cNvCxnSpPr>
              <a:stCxn id="665" idx="3"/>
            </p:cNvCxnSpPr>
            <p:nvPr/>
          </p:nvCxnSpPr>
          <p:spPr>
            <a:xfrm flipV="1">
              <a:off x="4526280" y="16768850"/>
              <a:ext cx="579120" cy="612370"/>
            </a:xfrm>
            <a:prstGeom prst="bentConnector3">
              <a:avLst>
                <a:gd name="adj1" fmla="val 201801"/>
              </a:avLst>
            </a:prstGeom>
            <a:ln w="38100">
              <a:solidFill>
                <a:srgbClr val="FF0F0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3" name="Flowchart: Alternate Process 672"/>
            <p:cNvSpPr/>
            <p:nvPr/>
          </p:nvSpPr>
          <p:spPr>
            <a:xfrm>
              <a:off x="1752600" y="20878800"/>
              <a:ext cx="3124200" cy="990600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Broadcast Receiver</a:t>
              </a:r>
              <a:endParaRPr lang="en-US" sz="3200" dirty="0"/>
            </a:p>
          </p:txBody>
        </p:sp>
      </p:grpSp>
      <p:grpSp>
        <p:nvGrpSpPr>
          <p:cNvPr id="697" name="Group 696"/>
          <p:cNvGrpSpPr/>
          <p:nvPr/>
        </p:nvGrpSpPr>
        <p:grpSpPr>
          <a:xfrm>
            <a:off x="6096000" y="9859106"/>
            <a:ext cx="9296400" cy="18601594"/>
            <a:chOff x="6096000" y="9859106"/>
            <a:chExt cx="9296400" cy="18601594"/>
          </a:xfrm>
        </p:grpSpPr>
        <p:cxnSp>
          <p:nvCxnSpPr>
            <p:cNvPr id="684" name="Shape 683"/>
            <p:cNvCxnSpPr>
              <a:endCxn id="259" idx="1"/>
            </p:cNvCxnSpPr>
            <p:nvPr/>
          </p:nvCxnSpPr>
          <p:spPr>
            <a:xfrm>
              <a:off x="6096000" y="19431000"/>
              <a:ext cx="9296400" cy="9029700"/>
            </a:xfrm>
            <a:prstGeom prst="bentConnector3">
              <a:avLst>
                <a:gd name="adj1" fmla="val 43"/>
              </a:avLst>
            </a:prstGeom>
            <a:ln w="38100">
              <a:solidFill>
                <a:srgbClr val="FF0F0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694"/>
            <p:cNvCxnSpPr>
              <a:stCxn id="97" idx="2"/>
            </p:cNvCxnSpPr>
            <p:nvPr/>
          </p:nvCxnSpPr>
          <p:spPr>
            <a:xfrm rot="5400000">
              <a:off x="1358545" y="14596562"/>
              <a:ext cx="9571893" cy="96982"/>
            </a:xfrm>
            <a:prstGeom prst="line">
              <a:avLst/>
            </a:prstGeom>
            <a:ln w="38100">
              <a:solidFill>
                <a:srgbClr val="FF0F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/>
          <p:cNvGrpSpPr/>
          <p:nvPr/>
        </p:nvGrpSpPr>
        <p:grpSpPr>
          <a:xfrm>
            <a:off x="22860000" y="8406825"/>
            <a:ext cx="3352800" cy="6223575"/>
            <a:chOff x="22860000" y="7416225"/>
            <a:chExt cx="3352800" cy="6223575"/>
          </a:xfrm>
        </p:grpSpPr>
        <p:grpSp>
          <p:nvGrpSpPr>
            <p:cNvPr id="572" name="Group 571"/>
            <p:cNvGrpSpPr/>
            <p:nvPr/>
          </p:nvGrpSpPr>
          <p:grpSpPr>
            <a:xfrm>
              <a:off x="22860000" y="7987298"/>
              <a:ext cx="3352800" cy="5652502"/>
              <a:chOff x="22860000" y="8229600"/>
              <a:chExt cx="3352800" cy="5652502"/>
            </a:xfrm>
          </p:grpSpPr>
          <p:pic>
            <p:nvPicPr>
              <p:cNvPr id="1051" name="Picture 27"/>
              <p:cNvPicPr>
                <a:picLocks noChangeAspect="1" noChangeArrowheads="1"/>
              </p:cNvPicPr>
              <p:nvPr/>
            </p:nvPicPr>
            <p:blipFill>
              <a:blip r:embed="rId31" cstate="print"/>
              <a:srcRect/>
              <a:stretch>
                <a:fillRect/>
              </a:stretch>
            </p:blipFill>
            <p:spPr bwMode="auto">
              <a:xfrm>
                <a:off x="22860000" y="8229600"/>
                <a:ext cx="3352800" cy="56525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569" name="Oval 568"/>
              <p:cNvSpPr/>
              <p:nvPr/>
            </p:nvSpPr>
            <p:spPr>
              <a:xfrm>
                <a:off x="25755600" y="11117131"/>
                <a:ext cx="381000" cy="326571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0" name="Oval 569"/>
              <p:cNvSpPr/>
              <p:nvPr/>
            </p:nvSpPr>
            <p:spPr>
              <a:xfrm>
                <a:off x="25755600" y="10363200"/>
                <a:ext cx="381000" cy="326571"/>
              </a:xfrm>
              <a:prstGeom prst="ellipse">
                <a:avLst/>
              </a:prstGeom>
              <a:solidFill>
                <a:srgbClr val="FF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1" name="Rounded Rectangle 570"/>
              <p:cNvSpPr/>
              <p:nvPr/>
            </p:nvSpPr>
            <p:spPr>
              <a:xfrm>
                <a:off x="23317200" y="12268200"/>
                <a:ext cx="2377440" cy="338328"/>
              </a:xfrm>
              <a:prstGeom prst="roundRect">
                <a:avLst/>
              </a:prstGeom>
              <a:solidFill>
                <a:srgbClr val="FF0F0F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8" name="TextBox 187"/>
            <p:cNvSpPr txBox="1"/>
            <p:nvPr/>
          </p:nvSpPr>
          <p:spPr>
            <a:xfrm>
              <a:off x="23473040" y="7416225"/>
              <a:ext cx="20539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smtClean="0"/>
                <a:t>Edit Profile</a:t>
              </a:r>
            </a:p>
          </p:txBody>
        </p:sp>
      </p:grpSp>
      <p:sp>
        <p:nvSpPr>
          <p:cNvPr id="215" name="TextBox 214"/>
          <p:cNvSpPr txBox="1"/>
          <p:nvPr/>
        </p:nvSpPr>
        <p:spPr>
          <a:xfrm>
            <a:off x="32571474" y="533400"/>
            <a:ext cx="25567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Edit Password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410200" y="10134600"/>
            <a:ext cx="63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154</Words>
  <Application>Microsoft Office PowerPoint</Application>
  <PresentationFormat>Custom</PresentationFormat>
  <Paragraphs>63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zaherz</dc:creator>
  <cp:lastModifiedBy>zaherz</cp:lastModifiedBy>
  <cp:revision>71</cp:revision>
  <dcterms:created xsi:type="dcterms:W3CDTF">2017-04-24T09:37:40Z</dcterms:created>
  <dcterms:modified xsi:type="dcterms:W3CDTF">2017-04-24T14:18:35Z</dcterms:modified>
</cp:coreProperties>
</file>